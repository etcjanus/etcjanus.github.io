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1"/>
  </p:sldMasterIdLst>
  <p:notesMasterIdLst>
    <p:notesMasterId r:id="rId10"/>
  </p:notesMasterIdLst>
  <p:sldIdLst>
    <p:sldId id="256" r:id="rId2"/>
    <p:sldId id="257" r:id="rId3"/>
    <p:sldId id="258" r:id="rId4"/>
    <p:sldId id="263" r:id="rId5"/>
    <p:sldId id="260" r:id="rId6"/>
    <p:sldId id="261" r:id="rId7"/>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4C1C81-3BC4-E8D8-C7C2-37D3E2B39397}" v="30" dt="2026-03-16T14:02:34.8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ata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4B565A-8250-448C-9688-1BC7DB45701F}"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A525776-64EB-49F6-A818-FD7360C3A4CC}">
      <dgm:prSet/>
      <dgm:spPr/>
      <dgm:t>
        <a:bodyPr/>
        <a:lstStyle/>
        <a:p>
          <a:pPr>
            <a:defRPr cap="all"/>
          </a:pPr>
          <a:r>
            <a:rPr lang="en-US" b="0" baseline="0"/>
            <a:t>Scope</a:t>
          </a:r>
          <a:endParaRPr lang="en-US"/>
        </a:p>
      </dgm:t>
    </dgm:pt>
    <dgm:pt modelId="{093268C6-BBC8-43E0-84C8-F36169EE3FAE}" type="parTrans" cxnId="{A0E5C00A-7419-4AD2-BE6A-4D4936CCE124}">
      <dgm:prSet/>
      <dgm:spPr/>
      <dgm:t>
        <a:bodyPr/>
        <a:lstStyle/>
        <a:p>
          <a:endParaRPr lang="en-US"/>
        </a:p>
      </dgm:t>
    </dgm:pt>
    <dgm:pt modelId="{EC0ECC86-7D84-4701-926F-66BD8870A955}" type="sibTrans" cxnId="{A0E5C00A-7419-4AD2-BE6A-4D4936CCE124}">
      <dgm:prSet/>
      <dgm:spPr/>
      <dgm:t>
        <a:bodyPr/>
        <a:lstStyle/>
        <a:p>
          <a:endParaRPr lang="en-US"/>
        </a:p>
      </dgm:t>
    </dgm:pt>
    <dgm:pt modelId="{CD3EE976-F5E5-41C8-AFA4-CD999ECCD728}">
      <dgm:prSet/>
      <dgm:spPr/>
      <dgm:t>
        <a:bodyPr/>
        <a:lstStyle/>
        <a:p>
          <a:pPr>
            <a:defRPr cap="all"/>
          </a:pPr>
          <a:r>
            <a:rPr lang="en-US" b="0" baseline="0"/>
            <a:t>Idea</a:t>
          </a:r>
          <a:endParaRPr lang="en-US"/>
        </a:p>
      </dgm:t>
    </dgm:pt>
    <dgm:pt modelId="{53058D4F-9D65-41AB-8091-3F9B6ED9A559}" type="parTrans" cxnId="{776B5CC2-B232-469B-AD1E-26036C79590C}">
      <dgm:prSet/>
      <dgm:spPr/>
      <dgm:t>
        <a:bodyPr/>
        <a:lstStyle/>
        <a:p>
          <a:endParaRPr lang="en-US"/>
        </a:p>
      </dgm:t>
    </dgm:pt>
    <dgm:pt modelId="{FC7907D7-0024-4248-8FE8-2600501527F6}" type="sibTrans" cxnId="{776B5CC2-B232-469B-AD1E-26036C79590C}">
      <dgm:prSet/>
      <dgm:spPr/>
      <dgm:t>
        <a:bodyPr/>
        <a:lstStyle/>
        <a:p>
          <a:endParaRPr lang="en-US"/>
        </a:p>
      </dgm:t>
    </dgm:pt>
    <dgm:pt modelId="{096F2125-22B6-4BB2-9965-285690BD4956}">
      <dgm:prSet/>
      <dgm:spPr/>
      <dgm:t>
        <a:bodyPr/>
        <a:lstStyle/>
        <a:p>
          <a:pPr>
            <a:defRPr cap="all"/>
          </a:pPr>
          <a:r>
            <a:rPr lang="en-US" b="0" baseline="0"/>
            <a:t>Problem space</a:t>
          </a:r>
          <a:endParaRPr lang="en-US"/>
        </a:p>
      </dgm:t>
    </dgm:pt>
    <dgm:pt modelId="{EDEB71E6-D9DD-43C4-B90D-206BBA570BC8}" type="parTrans" cxnId="{BEF22CB7-1982-4718-8905-3C6403BA95D2}">
      <dgm:prSet/>
      <dgm:spPr/>
      <dgm:t>
        <a:bodyPr/>
        <a:lstStyle/>
        <a:p>
          <a:endParaRPr lang="en-US"/>
        </a:p>
      </dgm:t>
    </dgm:pt>
    <dgm:pt modelId="{436F7D14-801B-4425-AA7B-53A5D7ED3124}" type="sibTrans" cxnId="{BEF22CB7-1982-4718-8905-3C6403BA95D2}">
      <dgm:prSet/>
      <dgm:spPr/>
      <dgm:t>
        <a:bodyPr/>
        <a:lstStyle/>
        <a:p>
          <a:endParaRPr lang="en-US"/>
        </a:p>
      </dgm:t>
    </dgm:pt>
    <dgm:pt modelId="{938D733B-56C4-487E-A4F7-5AB3FB3526DB}">
      <dgm:prSet/>
      <dgm:spPr/>
      <dgm:t>
        <a:bodyPr/>
        <a:lstStyle/>
        <a:p>
          <a:pPr>
            <a:defRPr cap="all"/>
          </a:pPr>
          <a:r>
            <a:rPr lang="en-US" b="0" baseline="0"/>
            <a:t>Audience</a:t>
          </a:r>
          <a:endParaRPr lang="en-US"/>
        </a:p>
      </dgm:t>
    </dgm:pt>
    <dgm:pt modelId="{BB0D150D-4B7A-47A2-8F00-AFB00D511640}" type="parTrans" cxnId="{06CFED27-A5AE-4140-9525-7FDE9365B842}">
      <dgm:prSet/>
      <dgm:spPr/>
      <dgm:t>
        <a:bodyPr/>
        <a:lstStyle/>
        <a:p>
          <a:endParaRPr lang="en-US"/>
        </a:p>
      </dgm:t>
    </dgm:pt>
    <dgm:pt modelId="{51FBDB66-CD51-4E95-8489-932BCDB5090C}" type="sibTrans" cxnId="{06CFED27-A5AE-4140-9525-7FDE9365B842}">
      <dgm:prSet/>
      <dgm:spPr/>
      <dgm:t>
        <a:bodyPr/>
        <a:lstStyle/>
        <a:p>
          <a:endParaRPr lang="en-US"/>
        </a:p>
      </dgm:t>
    </dgm:pt>
    <dgm:pt modelId="{9F4982DC-89EB-4F01-B2F4-3D1E93683AA5}" type="pres">
      <dgm:prSet presAssocID="{234B565A-8250-448C-9688-1BC7DB45701F}" presName="root" presStyleCnt="0">
        <dgm:presLayoutVars>
          <dgm:dir/>
          <dgm:resizeHandles val="exact"/>
        </dgm:presLayoutVars>
      </dgm:prSet>
      <dgm:spPr/>
    </dgm:pt>
    <dgm:pt modelId="{F7F01EDC-5854-4633-B1E0-85E6C214CC0F}" type="pres">
      <dgm:prSet presAssocID="{AA525776-64EB-49F6-A818-FD7360C3A4CC}" presName="compNode" presStyleCnt="0"/>
      <dgm:spPr/>
    </dgm:pt>
    <dgm:pt modelId="{EB507F11-9E1E-4CE2-96C7-3D45DD7EB5C8}" type="pres">
      <dgm:prSet presAssocID="{AA525776-64EB-49F6-A818-FD7360C3A4CC}" presName="iconBgRect" presStyleLbl="bgShp" presStyleIdx="0" presStyleCnt="4"/>
      <dgm:spPr>
        <a:prstGeom prst="round2DiagRect">
          <a:avLst>
            <a:gd name="adj1" fmla="val 29727"/>
            <a:gd name="adj2" fmla="val 0"/>
          </a:avLst>
        </a:prstGeom>
      </dgm:spPr>
    </dgm:pt>
    <dgm:pt modelId="{89AE7939-175C-4757-8857-FFA9BEEB6795}" type="pres">
      <dgm:prSet presAssocID="{AA525776-64EB-49F6-A818-FD7360C3A4CC}"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E40F5205-A80F-46F2-8BB4-5B615BC1E16B}" type="pres">
      <dgm:prSet presAssocID="{AA525776-64EB-49F6-A818-FD7360C3A4CC}" presName="spaceRect" presStyleCnt="0"/>
      <dgm:spPr/>
    </dgm:pt>
    <dgm:pt modelId="{FE62677C-24AD-4F25-AF38-DF993142579B}" type="pres">
      <dgm:prSet presAssocID="{AA525776-64EB-49F6-A818-FD7360C3A4CC}" presName="textRect" presStyleLbl="revTx" presStyleIdx="0" presStyleCnt="4">
        <dgm:presLayoutVars>
          <dgm:chMax val="1"/>
          <dgm:chPref val="1"/>
        </dgm:presLayoutVars>
      </dgm:prSet>
      <dgm:spPr/>
    </dgm:pt>
    <dgm:pt modelId="{F3E613E9-16BF-4AA0-A27C-BDD7F0334B10}" type="pres">
      <dgm:prSet presAssocID="{EC0ECC86-7D84-4701-926F-66BD8870A955}" presName="sibTrans" presStyleCnt="0"/>
      <dgm:spPr/>
    </dgm:pt>
    <dgm:pt modelId="{63E15F4A-4379-4559-98EF-E2BF9BE1FC9D}" type="pres">
      <dgm:prSet presAssocID="{CD3EE976-F5E5-41C8-AFA4-CD999ECCD728}" presName="compNode" presStyleCnt="0"/>
      <dgm:spPr/>
    </dgm:pt>
    <dgm:pt modelId="{C36E45A7-7A62-4331-9829-BA938EA85849}" type="pres">
      <dgm:prSet presAssocID="{CD3EE976-F5E5-41C8-AFA4-CD999ECCD728}" presName="iconBgRect" presStyleLbl="bgShp" presStyleIdx="1" presStyleCnt="4"/>
      <dgm:spPr>
        <a:prstGeom prst="round2DiagRect">
          <a:avLst>
            <a:gd name="adj1" fmla="val 29727"/>
            <a:gd name="adj2" fmla="val 0"/>
          </a:avLst>
        </a:prstGeom>
      </dgm:spPr>
    </dgm:pt>
    <dgm:pt modelId="{06246131-01F9-4CD2-BEA2-3847DBFAFEE4}" type="pres">
      <dgm:prSet presAssocID="{CD3EE976-F5E5-41C8-AFA4-CD999ECCD728}"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Brainstorm"/>
        </a:ext>
      </dgm:extLst>
    </dgm:pt>
    <dgm:pt modelId="{8123DD80-F259-49E2-A64C-66A1C6366AD2}" type="pres">
      <dgm:prSet presAssocID="{CD3EE976-F5E5-41C8-AFA4-CD999ECCD728}" presName="spaceRect" presStyleCnt="0"/>
      <dgm:spPr/>
    </dgm:pt>
    <dgm:pt modelId="{417FAEB9-997E-460D-99B5-D4C381A743B9}" type="pres">
      <dgm:prSet presAssocID="{CD3EE976-F5E5-41C8-AFA4-CD999ECCD728}" presName="textRect" presStyleLbl="revTx" presStyleIdx="1" presStyleCnt="4">
        <dgm:presLayoutVars>
          <dgm:chMax val="1"/>
          <dgm:chPref val="1"/>
        </dgm:presLayoutVars>
      </dgm:prSet>
      <dgm:spPr/>
    </dgm:pt>
    <dgm:pt modelId="{54F6064D-C71A-4EC4-8B89-D1FE62127B78}" type="pres">
      <dgm:prSet presAssocID="{FC7907D7-0024-4248-8FE8-2600501527F6}" presName="sibTrans" presStyleCnt="0"/>
      <dgm:spPr/>
    </dgm:pt>
    <dgm:pt modelId="{7B71779C-3A5B-497D-B71E-B79AB0DCC509}" type="pres">
      <dgm:prSet presAssocID="{096F2125-22B6-4BB2-9965-285690BD4956}" presName="compNode" presStyleCnt="0"/>
      <dgm:spPr/>
    </dgm:pt>
    <dgm:pt modelId="{5A56100F-BEBC-4F1B-B4BC-3840B7499DD9}" type="pres">
      <dgm:prSet presAssocID="{096F2125-22B6-4BB2-9965-285690BD4956}" presName="iconBgRect" presStyleLbl="bgShp" presStyleIdx="2" presStyleCnt="4"/>
      <dgm:spPr>
        <a:prstGeom prst="round2DiagRect">
          <a:avLst>
            <a:gd name="adj1" fmla="val 29727"/>
            <a:gd name="adj2" fmla="val 0"/>
          </a:avLst>
        </a:prstGeom>
      </dgm:spPr>
    </dgm:pt>
    <dgm:pt modelId="{C2334FFF-C589-4656-9483-AD4A8D15A310}" type="pres">
      <dgm:prSet presAssocID="{096F2125-22B6-4BB2-9965-285690BD495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ocket"/>
        </a:ext>
      </dgm:extLst>
    </dgm:pt>
    <dgm:pt modelId="{FEB41D6A-62AA-489C-9B7C-DA97A2EFAF08}" type="pres">
      <dgm:prSet presAssocID="{096F2125-22B6-4BB2-9965-285690BD4956}" presName="spaceRect" presStyleCnt="0"/>
      <dgm:spPr/>
    </dgm:pt>
    <dgm:pt modelId="{5EACBF3F-3372-4B1F-8A26-E7ADA8D9E90D}" type="pres">
      <dgm:prSet presAssocID="{096F2125-22B6-4BB2-9965-285690BD4956}" presName="textRect" presStyleLbl="revTx" presStyleIdx="2" presStyleCnt="4">
        <dgm:presLayoutVars>
          <dgm:chMax val="1"/>
          <dgm:chPref val="1"/>
        </dgm:presLayoutVars>
      </dgm:prSet>
      <dgm:spPr/>
    </dgm:pt>
    <dgm:pt modelId="{0BABDA16-11BC-409A-938A-DB0028CFD528}" type="pres">
      <dgm:prSet presAssocID="{436F7D14-801B-4425-AA7B-53A5D7ED3124}" presName="sibTrans" presStyleCnt="0"/>
      <dgm:spPr/>
    </dgm:pt>
    <dgm:pt modelId="{DDACC65A-764F-4BA1-B77C-DFC84FDC1563}" type="pres">
      <dgm:prSet presAssocID="{938D733B-56C4-487E-A4F7-5AB3FB3526DB}" presName="compNode" presStyleCnt="0"/>
      <dgm:spPr/>
    </dgm:pt>
    <dgm:pt modelId="{4A097BDF-E36F-40D3-BBDC-4F93A06C8D69}" type="pres">
      <dgm:prSet presAssocID="{938D733B-56C4-487E-A4F7-5AB3FB3526DB}" presName="iconBgRect" presStyleLbl="bgShp" presStyleIdx="3" presStyleCnt="4"/>
      <dgm:spPr>
        <a:prstGeom prst="round2DiagRect">
          <a:avLst>
            <a:gd name="adj1" fmla="val 29727"/>
            <a:gd name="adj2" fmla="val 0"/>
          </a:avLst>
        </a:prstGeom>
      </dgm:spPr>
    </dgm:pt>
    <dgm:pt modelId="{0D0BA5AB-7651-4C6C-8865-2F92F0CEFB6D}" type="pres">
      <dgm:prSet presAssocID="{938D733B-56C4-487E-A4F7-5AB3FB3526D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udience"/>
        </a:ext>
      </dgm:extLst>
    </dgm:pt>
    <dgm:pt modelId="{19EBD910-7C6A-455B-9B7E-DF2385396C55}" type="pres">
      <dgm:prSet presAssocID="{938D733B-56C4-487E-A4F7-5AB3FB3526DB}" presName="spaceRect" presStyleCnt="0"/>
      <dgm:spPr/>
    </dgm:pt>
    <dgm:pt modelId="{581620A6-0CD6-48B6-B984-E2B4998F8A6B}" type="pres">
      <dgm:prSet presAssocID="{938D733B-56C4-487E-A4F7-5AB3FB3526DB}" presName="textRect" presStyleLbl="revTx" presStyleIdx="3" presStyleCnt="4">
        <dgm:presLayoutVars>
          <dgm:chMax val="1"/>
          <dgm:chPref val="1"/>
        </dgm:presLayoutVars>
      </dgm:prSet>
      <dgm:spPr/>
    </dgm:pt>
  </dgm:ptLst>
  <dgm:cxnLst>
    <dgm:cxn modelId="{A0E5C00A-7419-4AD2-BE6A-4D4936CCE124}" srcId="{234B565A-8250-448C-9688-1BC7DB45701F}" destId="{AA525776-64EB-49F6-A818-FD7360C3A4CC}" srcOrd="0" destOrd="0" parTransId="{093268C6-BBC8-43E0-84C8-F36169EE3FAE}" sibTransId="{EC0ECC86-7D84-4701-926F-66BD8870A955}"/>
    <dgm:cxn modelId="{06CFED27-A5AE-4140-9525-7FDE9365B842}" srcId="{234B565A-8250-448C-9688-1BC7DB45701F}" destId="{938D733B-56C4-487E-A4F7-5AB3FB3526DB}" srcOrd="3" destOrd="0" parTransId="{BB0D150D-4B7A-47A2-8F00-AFB00D511640}" sibTransId="{51FBDB66-CD51-4E95-8489-932BCDB5090C}"/>
    <dgm:cxn modelId="{3A53F16D-3676-4306-916B-7DF7C0DB9AEC}" type="presOf" srcId="{096F2125-22B6-4BB2-9965-285690BD4956}" destId="{5EACBF3F-3372-4B1F-8A26-E7ADA8D9E90D}" srcOrd="0" destOrd="0" presId="urn:microsoft.com/office/officeart/2018/5/layout/IconLeafLabelList"/>
    <dgm:cxn modelId="{6CB8A3B2-2866-4373-A1DC-1221938EB5F0}" type="presOf" srcId="{234B565A-8250-448C-9688-1BC7DB45701F}" destId="{9F4982DC-89EB-4F01-B2F4-3D1E93683AA5}" srcOrd="0" destOrd="0" presId="urn:microsoft.com/office/officeart/2018/5/layout/IconLeafLabelList"/>
    <dgm:cxn modelId="{BEF22CB7-1982-4718-8905-3C6403BA95D2}" srcId="{234B565A-8250-448C-9688-1BC7DB45701F}" destId="{096F2125-22B6-4BB2-9965-285690BD4956}" srcOrd="2" destOrd="0" parTransId="{EDEB71E6-D9DD-43C4-B90D-206BBA570BC8}" sibTransId="{436F7D14-801B-4425-AA7B-53A5D7ED3124}"/>
    <dgm:cxn modelId="{776B5CC2-B232-469B-AD1E-26036C79590C}" srcId="{234B565A-8250-448C-9688-1BC7DB45701F}" destId="{CD3EE976-F5E5-41C8-AFA4-CD999ECCD728}" srcOrd="1" destOrd="0" parTransId="{53058D4F-9D65-41AB-8091-3F9B6ED9A559}" sibTransId="{FC7907D7-0024-4248-8FE8-2600501527F6}"/>
    <dgm:cxn modelId="{7D560EE0-E44B-44E1-B320-51C0EA37966C}" type="presOf" srcId="{AA525776-64EB-49F6-A818-FD7360C3A4CC}" destId="{FE62677C-24AD-4F25-AF38-DF993142579B}" srcOrd="0" destOrd="0" presId="urn:microsoft.com/office/officeart/2018/5/layout/IconLeafLabelList"/>
    <dgm:cxn modelId="{8C5FC9E7-33AD-414C-A7D7-AA4EC0B96C5A}" type="presOf" srcId="{CD3EE976-F5E5-41C8-AFA4-CD999ECCD728}" destId="{417FAEB9-997E-460D-99B5-D4C381A743B9}" srcOrd="0" destOrd="0" presId="urn:microsoft.com/office/officeart/2018/5/layout/IconLeafLabelList"/>
    <dgm:cxn modelId="{3C0C71F9-0E0C-4C03-8DA7-D4AB000374C8}" type="presOf" srcId="{938D733B-56C4-487E-A4F7-5AB3FB3526DB}" destId="{581620A6-0CD6-48B6-B984-E2B4998F8A6B}" srcOrd="0" destOrd="0" presId="urn:microsoft.com/office/officeart/2018/5/layout/IconLeafLabelList"/>
    <dgm:cxn modelId="{C886E495-7B43-469C-8AE3-95AF32EC4BFF}" type="presParOf" srcId="{9F4982DC-89EB-4F01-B2F4-3D1E93683AA5}" destId="{F7F01EDC-5854-4633-B1E0-85E6C214CC0F}" srcOrd="0" destOrd="0" presId="urn:microsoft.com/office/officeart/2018/5/layout/IconLeafLabelList"/>
    <dgm:cxn modelId="{41E9C7B9-1888-486E-82F0-8BEB458A7F05}" type="presParOf" srcId="{F7F01EDC-5854-4633-B1E0-85E6C214CC0F}" destId="{EB507F11-9E1E-4CE2-96C7-3D45DD7EB5C8}" srcOrd="0" destOrd="0" presId="urn:microsoft.com/office/officeart/2018/5/layout/IconLeafLabelList"/>
    <dgm:cxn modelId="{26F1CD5E-3191-4A0A-99A4-50E5ABE57B2E}" type="presParOf" srcId="{F7F01EDC-5854-4633-B1E0-85E6C214CC0F}" destId="{89AE7939-175C-4757-8857-FFA9BEEB6795}" srcOrd="1" destOrd="0" presId="urn:microsoft.com/office/officeart/2018/5/layout/IconLeafLabelList"/>
    <dgm:cxn modelId="{3AB0860C-C1CD-4A3B-AEAF-82510AB600E5}" type="presParOf" srcId="{F7F01EDC-5854-4633-B1E0-85E6C214CC0F}" destId="{E40F5205-A80F-46F2-8BB4-5B615BC1E16B}" srcOrd="2" destOrd="0" presId="urn:microsoft.com/office/officeart/2018/5/layout/IconLeafLabelList"/>
    <dgm:cxn modelId="{03B8C3E0-EFA1-4726-AD7D-88DA98DC6611}" type="presParOf" srcId="{F7F01EDC-5854-4633-B1E0-85E6C214CC0F}" destId="{FE62677C-24AD-4F25-AF38-DF993142579B}" srcOrd="3" destOrd="0" presId="urn:microsoft.com/office/officeart/2018/5/layout/IconLeafLabelList"/>
    <dgm:cxn modelId="{568A4BB6-F37E-4F82-BFF4-17B362E565F5}" type="presParOf" srcId="{9F4982DC-89EB-4F01-B2F4-3D1E93683AA5}" destId="{F3E613E9-16BF-4AA0-A27C-BDD7F0334B10}" srcOrd="1" destOrd="0" presId="urn:microsoft.com/office/officeart/2018/5/layout/IconLeafLabelList"/>
    <dgm:cxn modelId="{C221B642-D4AF-4F44-9794-BF728B314CA1}" type="presParOf" srcId="{9F4982DC-89EB-4F01-B2F4-3D1E93683AA5}" destId="{63E15F4A-4379-4559-98EF-E2BF9BE1FC9D}" srcOrd="2" destOrd="0" presId="urn:microsoft.com/office/officeart/2018/5/layout/IconLeafLabelList"/>
    <dgm:cxn modelId="{316859D6-F2D6-493C-8082-22A8A7A9934F}" type="presParOf" srcId="{63E15F4A-4379-4559-98EF-E2BF9BE1FC9D}" destId="{C36E45A7-7A62-4331-9829-BA938EA85849}" srcOrd="0" destOrd="0" presId="urn:microsoft.com/office/officeart/2018/5/layout/IconLeafLabelList"/>
    <dgm:cxn modelId="{406E6D23-B42B-41E3-A634-636B646CF82D}" type="presParOf" srcId="{63E15F4A-4379-4559-98EF-E2BF9BE1FC9D}" destId="{06246131-01F9-4CD2-BEA2-3847DBFAFEE4}" srcOrd="1" destOrd="0" presId="urn:microsoft.com/office/officeart/2018/5/layout/IconLeafLabelList"/>
    <dgm:cxn modelId="{AC256D3D-FCE3-4D81-87E6-B8B45086E4BF}" type="presParOf" srcId="{63E15F4A-4379-4559-98EF-E2BF9BE1FC9D}" destId="{8123DD80-F259-49E2-A64C-66A1C6366AD2}" srcOrd="2" destOrd="0" presId="urn:microsoft.com/office/officeart/2018/5/layout/IconLeafLabelList"/>
    <dgm:cxn modelId="{A2F5295F-22D7-485C-93B5-CB02C6300FE7}" type="presParOf" srcId="{63E15F4A-4379-4559-98EF-E2BF9BE1FC9D}" destId="{417FAEB9-997E-460D-99B5-D4C381A743B9}" srcOrd="3" destOrd="0" presId="urn:microsoft.com/office/officeart/2018/5/layout/IconLeafLabelList"/>
    <dgm:cxn modelId="{EB962F0E-A3D4-4BE9-9BD5-98AAEA44EDB5}" type="presParOf" srcId="{9F4982DC-89EB-4F01-B2F4-3D1E93683AA5}" destId="{54F6064D-C71A-4EC4-8B89-D1FE62127B78}" srcOrd="3" destOrd="0" presId="urn:microsoft.com/office/officeart/2018/5/layout/IconLeafLabelList"/>
    <dgm:cxn modelId="{C6C951E3-2E31-4325-B743-B847C36E10FD}" type="presParOf" srcId="{9F4982DC-89EB-4F01-B2F4-3D1E93683AA5}" destId="{7B71779C-3A5B-497D-B71E-B79AB0DCC509}" srcOrd="4" destOrd="0" presId="urn:microsoft.com/office/officeart/2018/5/layout/IconLeafLabelList"/>
    <dgm:cxn modelId="{3CC199F3-7416-43F3-9ED2-C0BF79198334}" type="presParOf" srcId="{7B71779C-3A5B-497D-B71E-B79AB0DCC509}" destId="{5A56100F-BEBC-4F1B-B4BC-3840B7499DD9}" srcOrd="0" destOrd="0" presId="urn:microsoft.com/office/officeart/2018/5/layout/IconLeafLabelList"/>
    <dgm:cxn modelId="{395E14F7-DB14-41B5-B1A6-7D7BD51EC83F}" type="presParOf" srcId="{7B71779C-3A5B-497D-B71E-B79AB0DCC509}" destId="{C2334FFF-C589-4656-9483-AD4A8D15A310}" srcOrd="1" destOrd="0" presId="urn:microsoft.com/office/officeart/2018/5/layout/IconLeafLabelList"/>
    <dgm:cxn modelId="{02F7DF2C-1781-4263-BEC1-41E004994DC5}" type="presParOf" srcId="{7B71779C-3A5B-497D-B71E-B79AB0DCC509}" destId="{FEB41D6A-62AA-489C-9B7C-DA97A2EFAF08}" srcOrd="2" destOrd="0" presId="urn:microsoft.com/office/officeart/2018/5/layout/IconLeafLabelList"/>
    <dgm:cxn modelId="{7129427E-03BF-4901-8055-D5486A3B396F}" type="presParOf" srcId="{7B71779C-3A5B-497D-B71E-B79AB0DCC509}" destId="{5EACBF3F-3372-4B1F-8A26-E7ADA8D9E90D}" srcOrd="3" destOrd="0" presId="urn:microsoft.com/office/officeart/2018/5/layout/IconLeafLabelList"/>
    <dgm:cxn modelId="{28A434B5-B746-40BA-B22F-D8B5E683A0DA}" type="presParOf" srcId="{9F4982DC-89EB-4F01-B2F4-3D1E93683AA5}" destId="{0BABDA16-11BC-409A-938A-DB0028CFD528}" srcOrd="5" destOrd="0" presId="urn:microsoft.com/office/officeart/2018/5/layout/IconLeafLabelList"/>
    <dgm:cxn modelId="{7FF17D0E-2A84-4FB1-9C73-ACB252CBE4E3}" type="presParOf" srcId="{9F4982DC-89EB-4F01-B2F4-3D1E93683AA5}" destId="{DDACC65A-764F-4BA1-B77C-DFC84FDC1563}" srcOrd="6" destOrd="0" presId="urn:microsoft.com/office/officeart/2018/5/layout/IconLeafLabelList"/>
    <dgm:cxn modelId="{1C258C33-62A8-43D7-81CE-E98532E85F56}" type="presParOf" srcId="{DDACC65A-764F-4BA1-B77C-DFC84FDC1563}" destId="{4A097BDF-E36F-40D3-BBDC-4F93A06C8D69}" srcOrd="0" destOrd="0" presId="urn:microsoft.com/office/officeart/2018/5/layout/IconLeafLabelList"/>
    <dgm:cxn modelId="{37D6FC4F-7706-443D-B820-90E1CD8AD8DC}" type="presParOf" srcId="{DDACC65A-764F-4BA1-B77C-DFC84FDC1563}" destId="{0D0BA5AB-7651-4C6C-8865-2F92F0CEFB6D}" srcOrd="1" destOrd="0" presId="urn:microsoft.com/office/officeart/2018/5/layout/IconLeafLabelList"/>
    <dgm:cxn modelId="{2F40642F-689B-4461-8939-882A801B6F2D}" type="presParOf" srcId="{DDACC65A-764F-4BA1-B77C-DFC84FDC1563}" destId="{19EBD910-7C6A-455B-9B7E-DF2385396C55}" srcOrd="2" destOrd="0" presId="urn:microsoft.com/office/officeart/2018/5/layout/IconLeafLabelList"/>
    <dgm:cxn modelId="{F6BD9BCC-42C4-4CEB-B87F-DCA4A2ADA26C}" type="presParOf" srcId="{DDACC65A-764F-4BA1-B77C-DFC84FDC1563}" destId="{581620A6-0CD6-48B6-B984-E2B4998F8A6B}"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1F0C79-E4CC-45D0-BF36-79BE2FBA7BDA}"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US"/>
        </a:p>
      </dgm:t>
    </dgm:pt>
    <dgm:pt modelId="{B7F32BD2-00FF-4EB4-BED3-8BFF6F2C48A1}">
      <dgm:prSet/>
      <dgm:spPr/>
      <dgm:t>
        <a:bodyPr/>
        <a:lstStyle/>
        <a:p>
          <a:r>
            <a:rPr lang="en-US" b="0" baseline="0"/>
            <a:t>Goal formulation</a:t>
          </a:r>
          <a:endParaRPr lang="en-US"/>
        </a:p>
      </dgm:t>
    </dgm:pt>
    <dgm:pt modelId="{7AC1D8B0-60D7-448A-9E59-19778501F615}" type="parTrans" cxnId="{56595521-4CD5-455D-A237-07AF6B8D032E}">
      <dgm:prSet/>
      <dgm:spPr/>
      <dgm:t>
        <a:bodyPr/>
        <a:lstStyle/>
        <a:p>
          <a:endParaRPr lang="en-US"/>
        </a:p>
      </dgm:t>
    </dgm:pt>
    <dgm:pt modelId="{68410210-DE1B-4BE1-AD32-365007D64012}" type="sibTrans" cxnId="{56595521-4CD5-455D-A237-07AF6B8D032E}">
      <dgm:prSet/>
      <dgm:spPr/>
      <dgm:t>
        <a:bodyPr/>
        <a:lstStyle/>
        <a:p>
          <a:endParaRPr lang="en-US"/>
        </a:p>
      </dgm:t>
    </dgm:pt>
    <dgm:pt modelId="{046500D8-DD08-4CAA-BD14-44A4F1902D3D}">
      <dgm:prSet/>
      <dgm:spPr/>
      <dgm:t>
        <a:bodyPr/>
        <a:lstStyle/>
        <a:p>
          <a:r>
            <a:rPr lang="en-US" b="0" baseline="0"/>
            <a:t>Technical hurdle</a:t>
          </a:r>
          <a:endParaRPr lang="en-US"/>
        </a:p>
      </dgm:t>
    </dgm:pt>
    <dgm:pt modelId="{670718B4-FD2F-4D9D-9A02-59D037A1D0EF}" type="parTrans" cxnId="{B39189B3-B2E6-4D24-B54E-71D5B9870DE2}">
      <dgm:prSet/>
      <dgm:spPr/>
      <dgm:t>
        <a:bodyPr/>
        <a:lstStyle/>
        <a:p>
          <a:endParaRPr lang="en-US"/>
        </a:p>
      </dgm:t>
    </dgm:pt>
    <dgm:pt modelId="{8A854989-4528-4CB7-B1E4-5259ADDDA66B}" type="sibTrans" cxnId="{B39189B3-B2E6-4D24-B54E-71D5B9870DE2}">
      <dgm:prSet/>
      <dgm:spPr/>
      <dgm:t>
        <a:bodyPr/>
        <a:lstStyle/>
        <a:p>
          <a:endParaRPr lang="en-US"/>
        </a:p>
      </dgm:t>
    </dgm:pt>
    <dgm:pt modelId="{21FB7654-3C25-4869-927B-1EBF89372E02}" type="pres">
      <dgm:prSet presAssocID="{3C1F0C79-E4CC-45D0-BF36-79BE2FBA7BDA}" presName="diagram" presStyleCnt="0">
        <dgm:presLayoutVars>
          <dgm:chPref val="1"/>
          <dgm:dir/>
          <dgm:animOne val="branch"/>
          <dgm:animLvl val="lvl"/>
          <dgm:resizeHandles/>
        </dgm:presLayoutVars>
      </dgm:prSet>
      <dgm:spPr/>
    </dgm:pt>
    <dgm:pt modelId="{660C5E25-9B9C-4A1A-8FA3-33600DD38BA1}" type="pres">
      <dgm:prSet presAssocID="{B7F32BD2-00FF-4EB4-BED3-8BFF6F2C48A1}" presName="root" presStyleCnt="0"/>
      <dgm:spPr/>
    </dgm:pt>
    <dgm:pt modelId="{109C88F0-39E6-4BCA-9F32-33755F30EFD2}" type="pres">
      <dgm:prSet presAssocID="{B7F32BD2-00FF-4EB4-BED3-8BFF6F2C48A1}" presName="rootComposite" presStyleCnt="0"/>
      <dgm:spPr/>
    </dgm:pt>
    <dgm:pt modelId="{C769F6F2-EEFD-4E63-8725-EABF7D51DA80}" type="pres">
      <dgm:prSet presAssocID="{B7F32BD2-00FF-4EB4-BED3-8BFF6F2C48A1}" presName="rootText" presStyleLbl="node1" presStyleIdx="0" presStyleCnt="2"/>
      <dgm:spPr/>
    </dgm:pt>
    <dgm:pt modelId="{0056AEFA-CE4E-4CD9-9A53-76059E20E3E0}" type="pres">
      <dgm:prSet presAssocID="{B7F32BD2-00FF-4EB4-BED3-8BFF6F2C48A1}" presName="rootConnector" presStyleLbl="node1" presStyleIdx="0" presStyleCnt="2"/>
      <dgm:spPr/>
    </dgm:pt>
    <dgm:pt modelId="{13384469-A74E-4615-B267-10A365F12E2A}" type="pres">
      <dgm:prSet presAssocID="{B7F32BD2-00FF-4EB4-BED3-8BFF6F2C48A1}" presName="childShape" presStyleCnt="0"/>
      <dgm:spPr/>
    </dgm:pt>
    <dgm:pt modelId="{0E144AC1-2DEA-4F30-BB92-1A1EED35F7AC}" type="pres">
      <dgm:prSet presAssocID="{046500D8-DD08-4CAA-BD14-44A4F1902D3D}" presName="root" presStyleCnt="0"/>
      <dgm:spPr/>
    </dgm:pt>
    <dgm:pt modelId="{01840323-FD36-42C4-962E-8DC990B2B151}" type="pres">
      <dgm:prSet presAssocID="{046500D8-DD08-4CAA-BD14-44A4F1902D3D}" presName="rootComposite" presStyleCnt="0"/>
      <dgm:spPr/>
    </dgm:pt>
    <dgm:pt modelId="{CF020CCD-4849-457D-BDB9-4B84BE7678CE}" type="pres">
      <dgm:prSet presAssocID="{046500D8-DD08-4CAA-BD14-44A4F1902D3D}" presName="rootText" presStyleLbl="node1" presStyleIdx="1" presStyleCnt="2"/>
      <dgm:spPr/>
    </dgm:pt>
    <dgm:pt modelId="{F06292C1-FDA9-4C13-B0EE-D51D1D9A1801}" type="pres">
      <dgm:prSet presAssocID="{046500D8-DD08-4CAA-BD14-44A4F1902D3D}" presName="rootConnector" presStyleLbl="node1" presStyleIdx="1" presStyleCnt="2"/>
      <dgm:spPr/>
    </dgm:pt>
    <dgm:pt modelId="{E5F09BDB-6DC6-499B-BF01-4F2827DC890E}" type="pres">
      <dgm:prSet presAssocID="{046500D8-DD08-4CAA-BD14-44A4F1902D3D}" presName="childShape" presStyleCnt="0"/>
      <dgm:spPr/>
    </dgm:pt>
  </dgm:ptLst>
  <dgm:cxnLst>
    <dgm:cxn modelId="{56595521-4CD5-455D-A237-07AF6B8D032E}" srcId="{3C1F0C79-E4CC-45D0-BF36-79BE2FBA7BDA}" destId="{B7F32BD2-00FF-4EB4-BED3-8BFF6F2C48A1}" srcOrd="0" destOrd="0" parTransId="{7AC1D8B0-60D7-448A-9E59-19778501F615}" sibTransId="{68410210-DE1B-4BE1-AD32-365007D64012}"/>
    <dgm:cxn modelId="{2AB5033C-0986-41DB-B3BD-24591DC5944B}" type="presOf" srcId="{046500D8-DD08-4CAA-BD14-44A4F1902D3D}" destId="{CF020CCD-4849-457D-BDB9-4B84BE7678CE}" srcOrd="0" destOrd="0" presId="urn:microsoft.com/office/officeart/2005/8/layout/hierarchy3"/>
    <dgm:cxn modelId="{9CB4B93E-27DB-48A2-9E5A-120C0B72437F}" type="presOf" srcId="{B7F32BD2-00FF-4EB4-BED3-8BFF6F2C48A1}" destId="{C769F6F2-EEFD-4E63-8725-EABF7D51DA80}" srcOrd="0" destOrd="0" presId="urn:microsoft.com/office/officeart/2005/8/layout/hierarchy3"/>
    <dgm:cxn modelId="{219E4E7D-4003-4F4D-9983-1B1A11C2CDEA}" type="presOf" srcId="{3C1F0C79-E4CC-45D0-BF36-79BE2FBA7BDA}" destId="{21FB7654-3C25-4869-927B-1EBF89372E02}" srcOrd="0" destOrd="0" presId="urn:microsoft.com/office/officeart/2005/8/layout/hierarchy3"/>
    <dgm:cxn modelId="{0889F293-03ED-4472-8602-9D89E6EAA2BA}" type="presOf" srcId="{046500D8-DD08-4CAA-BD14-44A4F1902D3D}" destId="{F06292C1-FDA9-4C13-B0EE-D51D1D9A1801}" srcOrd="1" destOrd="0" presId="urn:microsoft.com/office/officeart/2005/8/layout/hierarchy3"/>
    <dgm:cxn modelId="{B39189B3-B2E6-4D24-B54E-71D5B9870DE2}" srcId="{3C1F0C79-E4CC-45D0-BF36-79BE2FBA7BDA}" destId="{046500D8-DD08-4CAA-BD14-44A4F1902D3D}" srcOrd="1" destOrd="0" parTransId="{670718B4-FD2F-4D9D-9A02-59D037A1D0EF}" sibTransId="{8A854989-4528-4CB7-B1E4-5259ADDDA66B}"/>
    <dgm:cxn modelId="{0D9D1BFE-404E-4E7E-936D-3B17579AC5CE}" type="presOf" srcId="{B7F32BD2-00FF-4EB4-BED3-8BFF6F2C48A1}" destId="{0056AEFA-CE4E-4CD9-9A53-76059E20E3E0}" srcOrd="1" destOrd="0" presId="urn:microsoft.com/office/officeart/2005/8/layout/hierarchy3"/>
    <dgm:cxn modelId="{53C86DC4-B495-4B23-874F-3A7072C4133B}" type="presParOf" srcId="{21FB7654-3C25-4869-927B-1EBF89372E02}" destId="{660C5E25-9B9C-4A1A-8FA3-33600DD38BA1}" srcOrd="0" destOrd="0" presId="urn:microsoft.com/office/officeart/2005/8/layout/hierarchy3"/>
    <dgm:cxn modelId="{B3FEC3AF-9F47-47BE-BF13-A74C7B2D4A54}" type="presParOf" srcId="{660C5E25-9B9C-4A1A-8FA3-33600DD38BA1}" destId="{109C88F0-39E6-4BCA-9F32-33755F30EFD2}" srcOrd="0" destOrd="0" presId="urn:microsoft.com/office/officeart/2005/8/layout/hierarchy3"/>
    <dgm:cxn modelId="{47EE0069-5795-4D40-822F-F0142BF46B1B}" type="presParOf" srcId="{109C88F0-39E6-4BCA-9F32-33755F30EFD2}" destId="{C769F6F2-EEFD-4E63-8725-EABF7D51DA80}" srcOrd="0" destOrd="0" presId="urn:microsoft.com/office/officeart/2005/8/layout/hierarchy3"/>
    <dgm:cxn modelId="{22254972-56A4-4F90-B9FF-AE16013B94DF}" type="presParOf" srcId="{109C88F0-39E6-4BCA-9F32-33755F30EFD2}" destId="{0056AEFA-CE4E-4CD9-9A53-76059E20E3E0}" srcOrd="1" destOrd="0" presId="urn:microsoft.com/office/officeart/2005/8/layout/hierarchy3"/>
    <dgm:cxn modelId="{4ADD5122-AB0F-4C97-8030-3183A917F083}" type="presParOf" srcId="{660C5E25-9B9C-4A1A-8FA3-33600DD38BA1}" destId="{13384469-A74E-4615-B267-10A365F12E2A}" srcOrd="1" destOrd="0" presId="urn:microsoft.com/office/officeart/2005/8/layout/hierarchy3"/>
    <dgm:cxn modelId="{9EFC3E29-7C7B-46A1-9D76-AEE456E958B6}" type="presParOf" srcId="{21FB7654-3C25-4869-927B-1EBF89372E02}" destId="{0E144AC1-2DEA-4F30-BB92-1A1EED35F7AC}" srcOrd="1" destOrd="0" presId="urn:microsoft.com/office/officeart/2005/8/layout/hierarchy3"/>
    <dgm:cxn modelId="{5E83C7E4-BD40-48DB-BB7C-0EC15C87A2F2}" type="presParOf" srcId="{0E144AC1-2DEA-4F30-BB92-1A1EED35F7AC}" destId="{01840323-FD36-42C4-962E-8DC990B2B151}" srcOrd="0" destOrd="0" presId="urn:microsoft.com/office/officeart/2005/8/layout/hierarchy3"/>
    <dgm:cxn modelId="{CDD7C941-D0BD-4FB7-A6F2-54C63AEB5E8E}" type="presParOf" srcId="{01840323-FD36-42C4-962E-8DC990B2B151}" destId="{CF020CCD-4849-457D-BDB9-4B84BE7678CE}" srcOrd="0" destOrd="0" presId="urn:microsoft.com/office/officeart/2005/8/layout/hierarchy3"/>
    <dgm:cxn modelId="{EA113049-0AC3-41FC-8F0C-6BA02E187BCA}" type="presParOf" srcId="{01840323-FD36-42C4-962E-8DC990B2B151}" destId="{F06292C1-FDA9-4C13-B0EE-D51D1D9A1801}" srcOrd="1" destOrd="0" presId="urn:microsoft.com/office/officeart/2005/8/layout/hierarchy3"/>
    <dgm:cxn modelId="{DE6EABC6-D416-4C7E-9492-66963FC9DAF4}" type="presParOf" srcId="{0E144AC1-2DEA-4F30-BB92-1A1EED35F7AC}" destId="{E5F09BDB-6DC6-499B-BF01-4F2827DC890E}"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4B565A-8250-448C-9688-1BC7DB45701F}" type="doc">
      <dgm:prSet loTypeId="urn:microsoft.com/office/officeart/2005/8/layout/hierarchy1" loCatId="hierarchy" qsTypeId="urn:microsoft.com/office/officeart/2005/8/quickstyle/simple2" qsCatId="simple" csTypeId="urn:microsoft.com/office/officeart/2005/8/colors/accent6_2" csCatId="accent6" phldr="1"/>
      <dgm:spPr/>
      <dgm:t>
        <a:bodyPr/>
        <a:lstStyle/>
        <a:p>
          <a:endParaRPr lang="en-US"/>
        </a:p>
      </dgm:t>
    </dgm:pt>
    <dgm:pt modelId="{938D733B-56C4-487E-A4F7-5AB3FB3526DB}">
      <dgm:prSet/>
      <dgm:spPr/>
      <dgm:t>
        <a:bodyPr/>
        <a:lstStyle/>
        <a:p>
          <a:pPr>
            <a:defRPr cap="all"/>
          </a:pPr>
          <a:r>
            <a:rPr lang="en-US" b="0" baseline="0">
              <a:latin typeface="Meiryo"/>
            </a:rPr>
            <a:t>Seed</a:t>
          </a:r>
          <a:endParaRPr lang="en-US"/>
        </a:p>
      </dgm:t>
    </dgm:pt>
    <dgm:pt modelId="{BB0D150D-4B7A-47A2-8F00-AFB00D511640}" type="parTrans" cxnId="{06CFED27-A5AE-4140-9525-7FDE9365B842}">
      <dgm:prSet/>
      <dgm:spPr/>
      <dgm:t>
        <a:bodyPr/>
        <a:lstStyle/>
        <a:p>
          <a:endParaRPr lang="en-US"/>
        </a:p>
      </dgm:t>
    </dgm:pt>
    <dgm:pt modelId="{51FBDB66-CD51-4E95-8489-932BCDB5090C}" type="sibTrans" cxnId="{06CFED27-A5AE-4140-9525-7FDE9365B842}">
      <dgm:prSet/>
      <dgm:spPr/>
      <dgm:t>
        <a:bodyPr/>
        <a:lstStyle/>
        <a:p>
          <a:endParaRPr lang="en-US"/>
        </a:p>
      </dgm:t>
    </dgm:pt>
    <dgm:pt modelId="{066AD12E-B3CC-4BB0-AF62-D517B3B5FA2A}">
      <dgm:prSet phldr="0"/>
      <dgm:spPr/>
      <dgm:t>
        <a:bodyPr/>
        <a:lstStyle/>
        <a:p>
          <a:pPr>
            <a:defRPr cap="all"/>
          </a:pPr>
          <a:r>
            <a:rPr lang="en-US">
              <a:latin typeface="Meiryo"/>
            </a:rPr>
            <a:t>Toolbox</a:t>
          </a:r>
        </a:p>
      </dgm:t>
    </dgm:pt>
    <dgm:pt modelId="{88D05FA7-12F2-4B59-BE38-6F8DAA652048}" type="parTrans" cxnId="{FAD9CFCE-4F18-4A0C-9B8B-4448D6B32D7A}">
      <dgm:prSet/>
      <dgm:spPr/>
    </dgm:pt>
    <dgm:pt modelId="{82DED02A-F492-412F-A9C7-FC862C527452}" type="sibTrans" cxnId="{FAD9CFCE-4F18-4A0C-9B8B-4448D6B32D7A}">
      <dgm:prSet/>
      <dgm:spPr/>
      <dgm:t>
        <a:bodyPr/>
        <a:lstStyle/>
        <a:p>
          <a:endParaRPr lang="en-US"/>
        </a:p>
      </dgm:t>
    </dgm:pt>
    <dgm:pt modelId="{4BE5A8E3-1552-498B-BED1-7FC1A55C6E18}">
      <dgm:prSet phldr="0"/>
      <dgm:spPr/>
      <dgm:t>
        <a:bodyPr/>
        <a:lstStyle/>
        <a:p>
          <a:pPr>
            <a:defRPr cap="all"/>
          </a:pPr>
          <a:r>
            <a:rPr lang="en-US">
              <a:latin typeface="Meiryo"/>
            </a:rPr>
            <a:t>Prompt</a:t>
          </a:r>
        </a:p>
      </dgm:t>
    </dgm:pt>
    <dgm:pt modelId="{7CDC2739-43F0-4A83-8E99-E2371E69C17A}" type="parTrans" cxnId="{4B11B25A-D2A1-4974-9F2D-1F53E3FCC033}">
      <dgm:prSet/>
      <dgm:spPr/>
    </dgm:pt>
    <dgm:pt modelId="{EA83CBCB-67CB-4544-BE47-C22BA4AA5500}" type="sibTrans" cxnId="{4B11B25A-D2A1-4974-9F2D-1F53E3FCC033}">
      <dgm:prSet/>
      <dgm:spPr/>
      <dgm:t>
        <a:bodyPr/>
        <a:lstStyle/>
        <a:p>
          <a:endParaRPr lang="en-US"/>
        </a:p>
      </dgm:t>
    </dgm:pt>
    <dgm:pt modelId="{21B826B8-60E6-4C41-B332-56C446D18CD7}">
      <dgm:prSet phldr="0"/>
      <dgm:spPr/>
      <dgm:t>
        <a:bodyPr/>
        <a:lstStyle/>
        <a:p>
          <a:pPr>
            <a:defRPr cap="all"/>
          </a:pPr>
          <a:r>
            <a:rPr lang="en-US">
              <a:latin typeface="Meiryo"/>
            </a:rPr>
            <a:t>Tools</a:t>
          </a:r>
        </a:p>
      </dgm:t>
    </dgm:pt>
    <dgm:pt modelId="{FDD28B72-0F09-47DB-B71D-53917470C59F}" type="parTrans" cxnId="{3212A950-0A50-4A4C-BDB8-2F2AE6CD8B88}">
      <dgm:prSet/>
      <dgm:spPr/>
    </dgm:pt>
    <dgm:pt modelId="{DFD1EAAB-67C5-4633-92F0-EE703CED3B2D}" type="sibTrans" cxnId="{3212A950-0A50-4A4C-BDB8-2F2AE6CD8B88}">
      <dgm:prSet/>
      <dgm:spPr/>
      <dgm:t>
        <a:bodyPr/>
        <a:lstStyle/>
        <a:p>
          <a:endParaRPr lang="en-US"/>
        </a:p>
      </dgm:t>
    </dgm:pt>
    <dgm:pt modelId="{F79D0216-0C0C-42D3-B7EC-D9BB7EB802B2}" type="pres">
      <dgm:prSet presAssocID="{234B565A-8250-448C-9688-1BC7DB45701F}" presName="hierChild1" presStyleCnt="0">
        <dgm:presLayoutVars>
          <dgm:chPref val="1"/>
          <dgm:dir/>
          <dgm:animOne val="branch"/>
          <dgm:animLvl val="lvl"/>
          <dgm:resizeHandles/>
        </dgm:presLayoutVars>
      </dgm:prSet>
      <dgm:spPr/>
    </dgm:pt>
    <dgm:pt modelId="{3C8C24A5-CBDE-49D4-90C2-4CEE70E962AC}" type="pres">
      <dgm:prSet presAssocID="{938D733B-56C4-487E-A4F7-5AB3FB3526DB}" presName="hierRoot1" presStyleCnt="0"/>
      <dgm:spPr/>
    </dgm:pt>
    <dgm:pt modelId="{290991EE-CBC1-447A-A7AC-9C90C2E1D0F3}" type="pres">
      <dgm:prSet presAssocID="{938D733B-56C4-487E-A4F7-5AB3FB3526DB}" presName="composite" presStyleCnt="0"/>
      <dgm:spPr/>
    </dgm:pt>
    <dgm:pt modelId="{2D97CE84-FF66-4CC0-890B-CDE2B03DCB42}" type="pres">
      <dgm:prSet presAssocID="{938D733B-56C4-487E-A4F7-5AB3FB3526DB}" presName="background" presStyleLbl="node0" presStyleIdx="0" presStyleCnt="4"/>
      <dgm:spPr/>
    </dgm:pt>
    <dgm:pt modelId="{E1AC4B0A-7AD9-4AF4-91BD-D6A75B4CB329}" type="pres">
      <dgm:prSet presAssocID="{938D733B-56C4-487E-A4F7-5AB3FB3526DB}" presName="text" presStyleLbl="fgAcc0" presStyleIdx="0" presStyleCnt="4">
        <dgm:presLayoutVars>
          <dgm:chPref val="3"/>
        </dgm:presLayoutVars>
      </dgm:prSet>
      <dgm:spPr/>
    </dgm:pt>
    <dgm:pt modelId="{4CBB4D10-3562-40E3-9796-97506FA762D7}" type="pres">
      <dgm:prSet presAssocID="{938D733B-56C4-487E-A4F7-5AB3FB3526DB}" presName="hierChild2" presStyleCnt="0"/>
      <dgm:spPr/>
    </dgm:pt>
    <dgm:pt modelId="{C1C0FBFB-ED7F-41EF-8E4E-D8A454CA99F9}" type="pres">
      <dgm:prSet presAssocID="{4BE5A8E3-1552-498B-BED1-7FC1A55C6E18}" presName="hierRoot1" presStyleCnt="0"/>
      <dgm:spPr/>
    </dgm:pt>
    <dgm:pt modelId="{B9752B1D-1275-4643-BA01-853C1F9ACF58}" type="pres">
      <dgm:prSet presAssocID="{4BE5A8E3-1552-498B-BED1-7FC1A55C6E18}" presName="composite" presStyleCnt="0"/>
      <dgm:spPr/>
    </dgm:pt>
    <dgm:pt modelId="{60F85F01-C4D6-4924-A6DD-E2B6DF81CAA8}" type="pres">
      <dgm:prSet presAssocID="{4BE5A8E3-1552-498B-BED1-7FC1A55C6E18}" presName="background" presStyleLbl="node0" presStyleIdx="1" presStyleCnt="4"/>
      <dgm:spPr/>
    </dgm:pt>
    <dgm:pt modelId="{A3F59D4B-BC67-4DBA-B674-36F553881037}" type="pres">
      <dgm:prSet presAssocID="{4BE5A8E3-1552-498B-BED1-7FC1A55C6E18}" presName="text" presStyleLbl="fgAcc0" presStyleIdx="1" presStyleCnt="4">
        <dgm:presLayoutVars>
          <dgm:chPref val="3"/>
        </dgm:presLayoutVars>
      </dgm:prSet>
      <dgm:spPr/>
    </dgm:pt>
    <dgm:pt modelId="{B8CF8B59-78B2-4546-B9E7-D1933B31C45A}" type="pres">
      <dgm:prSet presAssocID="{4BE5A8E3-1552-498B-BED1-7FC1A55C6E18}" presName="hierChild2" presStyleCnt="0"/>
      <dgm:spPr/>
    </dgm:pt>
    <dgm:pt modelId="{877EAA31-129D-49E5-A286-8B7ED4CDDAF2}" type="pres">
      <dgm:prSet presAssocID="{066AD12E-B3CC-4BB0-AF62-D517B3B5FA2A}" presName="hierRoot1" presStyleCnt="0"/>
      <dgm:spPr/>
    </dgm:pt>
    <dgm:pt modelId="{97930312-5687-47BB-AE43-06C3372581FF}" type="pres">
      <dgm:prSet presAssocID="{066AD12E-B3CC-4BB0-AF62-D517B3B5FA2A}" presName="composite" presStyleCnt="0"/>
      <dgm:spPr/>
    </dgm:pt>
    <dgm:pt modelId="{6DE52E8D-4564-4ED1-88A6-DCFA950ACC13}" type="pres">
      <dgm:prSet presAssocID="{066AD12E-B3CC-4BB0-AF62-D517B3B5FA2A}" presName="background" presStyleLbl="node0" presStyleIdx="2" presStyleCnt="4"/>
      <dgm:spPr/>
    </dgm:pt>
    <dgm:pt modelId="{982CBFF8-E7D0-4A39-BE80-18ACC177C3C5}" type="pres">
      <dgm:prSet presAssocID="{066AD12E-B3CC-4BB0-AF62-D517B3B5FA2A}" presName="text" presStyleLbl="fgAcc0" presStyleIdx="2" presStyleCnt="4">
        <dgm:presLayoutVars>
          <dgm:chPref val="3"/>
        </dgm:presLayoutVars>
      </dgm:prSet>
      <dgm:spPr/>
    </dgm:pt>
    <dgm:pt modelId="{849720A1-B12C-4836-B4E5-36A5685E2379}" type="pres">
      <dgm:prSet presAssocID="{066AD12E-B3CC-4BB0-AF62-D517B3B5FA2A}" presName="hierChild2" presStyleCnt="0"/>
      <dgm:spPr/>
    </dgm:pt>
    <dgm:pt modelId="{CC35C572-24AC-40B4-BC71-05814612F13C}" type="pres">
      <dgm:prSet presAssocID="{21B826B8-60E6-4C41-B332-56C446D18CD7}" presName="hierRoot1" presStyleCnt="0"/>
      <dgm:spPr/>
    </dgm:pt>
    <dgm:pt modelId="{FE227334-8A32-4F70-967D-4D880C2EAADB}" type="pres">
      <dgm:prSet presAssocID="{21B826B8-60E6-4C41-B332-56C446D18CD7}" presName="composite" presStyleCnt="0"/>
      <dgm:spPr/>
    </dgm:pt>
    <dgm:pt modelId="{892D7CA6-94E0-4B8A-B44F-B9059AFF4D6A}" type="pres">
      <dgm:prSet presAssocID="{21B826B8-60E6-4C41-B332-56C446D18CD7}" presName="background" presStyleLbl="node0" presStyleIdx="3" presStyleCnt="4"/>
      <dgm:spPr/>
    </dgm:pt>
    <dgm:pt modelId="{5C252DA1-9EE0-4FCF-8BD1-75E2414F2C30}" type="pres">
      <dgm:prSet presAssocID="{21B826B8-60E6-4C41-B332-56C446D18CD7}" presName="text" presStyleLbl="fgAcc0" presStyleIdx="3" presStyleCnt="4">
        <dgm:presLayoutVars>
          <dgm:chPref val="3"/>
        </dgm:presLayoutVars>
      </dgm:prSet>
      <dgm:spPr/>
    </dgm:pt>
    <dgm:pt modelId="{2C4D21C7-FA70-4B65-9728-61A71AC43634}" type="pres">
      <dgm:prSet presAssocID="{21B826B8-60E6-4C41-B332-56C446D18CD7}" presName="hierChild2" presStyleCnt="0"/>
      <dgm:spPr/>
    </dgm:pt>
  </dgm:ptLst>
  <dgm:cxnLst>
    <dgm:cxn modelId="{06CFED27-A5AE-4140-9525-7FDE9365B842}" srcId="{234B565A-8250-448C-9688-1BC7DB45701F}" destId="{938D733B-56C4-487E-A4F7-5AB3FB3526DB}" srcOrd="0" destOrd="0" parTransId="{BB0D150D-4B7A-47A2-8F00-AFB00D511640}" sibTransId="{51FBDB66-CD51-4E95-8489-932BCDB5090C}"/>
    <dgm:cxn modelId="{D7670B36-BECA-4BCC-BDCF-38B331502B5C}" type="presOf" srcId="{21B826B8-60E6-4C41-B332-56C446D18CD7}" destId="{5C252DA1-9EE0-4FCF-8BD1-75E2414F2C30}" srcOrd="0" destOrd="0" presId="urn:microsoft.com/office/officeart/2005/8/layout/hierarchy1"/>
    <dgm:cxn modelId="{26A2D26A-BB69-412E-86FF-E9B6D4F3551B}" type="presOf" srcId="{066AD12E-B3CC-4BB0-AF62-D517B3B5FA2A}" destId="{982CBFF8-E7D0-4A39-BE80-18ACC177C3C5}" srcOrd="0" destOrd="0" presId="urn:microsoft.com/office/officeart/2005/8/layout/hierarchy1"/>
    <dgm:cxn modelId="{3212A950-0A50-4A4C-BDB8-2F2AE6CD8B88}" srcId="{234B565A-8250-448C-9688-1BC7DB45701F}" destId="{21B826B8-60E6-4C41-B332-56C446D18CD7}" srcOrd="3" destOrd="0" parTransId="{FDD28B72-0F09-47DB-B71D-53917470C59F}" sibTransId="{DFD1EAAB-67C5-4633-92F0-EE703CED3B2D}"/>
    <dgm:cxn modelId="{4B11B25A-D2A1-4974-9F2D-1F53E3FCC033}" srcId="{234B565A-8250-448C-9688-1BC7DB45701F}" destId="{4BE5A8E3-1552-498B-BED1-7FC1A55C6E18}" srcOrd="1" destOrd="0" parTransId="{7CDC2739-43F0-4A83-8E99-E2371E69C17A}" sibTransId="{EA83CBCB-67CB-4544-BE47-C22BA4AA5500}"/>
    <dgm:cxn modelId="{783B58CC-8435-424C-A9DD-A0640CFFE543}" type="presOf" srcId="{4BE5A8E3-1552-498B-BED1-7FC1A55C6E18}" destId="{A3F59D4B-BC67-4DBA-B674-36F553881037}" srcOrd="0" destOrd="0" presId="urn:microsoft.com/office/officeart/2005/8/layout/hierarchy1"/>
    <dgm:cxn modelId="{FAD9CFCE-4F18-4A0C-9B8B-4448D6B32D7A}" srcId="{234B565A-8250-448C-9688-1BC7DB45701F}" destId="{066AD12E-B3CC-4BB0-AF62-D517B3B5FA2A}" srcOrd="2" destOrd="0" parTransId="{88D05FA7-12F2-4B59-BE38-6F8DAA652048}" sibTransId="{82DED02A-F492-412F-A9C7-FC862C527452}"/>
    <dgm:cxn modelId="{61E6F2D5-2217-4CD9-9602-DEFE03F5AA98}" type="presOf" srcId="{938D733B-56C4-487E-A4F7-5AB3FB3526DB}" destId="{E1AC4B0A-7AD9-4AF4-91BD-D6A75B4CB329}" srcOrd="0" destOrd="0" presId="urn:microsoft.com/office/officeart/2005/8/layout/hierarchy1"/>
    <dgm:cxn modelId="{AC91A6F8-50A6-426F-8E2A-03A8674BFB60}" type="presOf" srcId="{234B565A-8250-448C-9688-1BC7DB45701F}" destId="{F79D0216-0C0C-42D3-B7EC-D9BB7EB802B2}" srcOrd="0" destOrd="0" presId="urn:microsoft.com/office/officeart/2005/8/layout/hierarchy1"/>
    <dgm:cxn modelId="{0C41F9C1-F80F-43AC-A24E-01C7D05B2292}" type="presParOf" srcId="{F79D0216-0C0C-42D3-B7EC-D9BB7EB802B2}" destId="{3C8C24A5-CBDE-49D4-90C2-4CEE70E962AC}" srcOrd="0" destOrd="0" presId="urn:microsoft.com/office/officeart/2005/8/layout/hierarchy1"/>
    <dgm:cxn modelId="{81F8AAF5-565A-4B36-84FD-ADD5BBBB8B02}" type="presParOf" srcId="{3C8C24A5-CBDE-49D4-90C2-4CEE70E962AC}" destId="{290991EE-CBC1-447A-A7AC-9C90C2E1D0F3}" srcOrd="0" destOrd="0" presId="urn:microsoft.com/office/officeart/2005/8/layout/hierarchy1"/>
    <dgm:cxn modelId="{F8AB31D9-C8E2-41F2-98F5-5808695ACF39}" type="presParOf" srcId="{290991EE-CBC1-447A-A7AC-9C90C2E1D0F3}" destId="{2D97CE84-FF66-4CC0-890B-CDE2B03DCB42}" srcOrd="0" destOrd="0" presId="urn:microsoft.com/office/officeart/2005/8/layout/hierarchy1"/>
    <dgm:cxn modelId="{A785A9C2-82FC-4DB0-ACC6-B23E4F9DADCA}" type="presParOf" srcId="{290991EE-CBC1-447A-A7AC-9C90C2E1D0F3}" destId="{E1AC4B0A-7AD9-4AF4-91BD-D6A75B4CB329}" srcOrd="1" destOrd="0" presId="urn:microsoft.com/office/officeart/2005/8/layout/hierarchy1"/>
    <dgm:cxn modelId="{13C97E4C-338F-4978-875E-B16C296F1EF3}" type="presParOf" srcId="{3C8C24A5-CBDE-49D4-90C2-4CEE70E962AC}" destId="{4CBB4D10-3562-40E3-9796-97506FA762D7}" srcOrd="1" destOrd="0" presId="urn:microsoft.com/office/officeart/2005/8/layout/hierarchy1"/>
    <dgm:cxn modelId="{0CFA8534-C84C-40D9-A686-FFF7FB6B63AE}" type="presParOf" srcId="{F79D0216-0C0C-42D3-B7EC-D9BB7EB802B2}" destId="{C1C0FBFB-ED7F-41EF-8E4E-D8A454CA99F9}" srcOrd="1" destOrd="0" presId="urn:microsoft.com/office/officeart/2005/8/layout/hierarchy1"/>
    <dgm:cxn modelId="{940DE556-11E3-423C-A43C-7BA2AC0F7400}" type="presParOf" srcId="{C1C0FBFB-ED7F-41EF-8E4E-D8A454CA99F9}" destId="{B9752B1D-1275-4643-BA01-853C1F9ACF58}" srcOrd="0" destOrd="0" presId="urn:microsoft.com/office/officeart/2005/8/layout/hierarchy1"/>
    <dgm:cxn modelId="{720D756A-D281-45FE-A8AE-B86E21A8BB8E}" type="presParOf" srcId="{B9752B1D-1275-4643-BA01-853C1F9ACF58}" destId="{60F85F01-C4D6-4924-A6DD-E2B6DF81CAA8}" srcOrd="0" destOrd="0" presId="urn:microsoft.com/office/officeart/2005/8/layout/hierarchy1"/>
    <dgm:cxn modelId="{D5060B15-7074-4CA0-BDEF-12F0E9899BED}" type="presParOf" srcId="{B9752B1D-1275-4643-BA01-853C1F9ACF58}" destId="{A3F59D4B-BC67-4DBA-B674-36F553881037}" srcOrd="1" destOrd="0" presId="urn:microsoft.com/office/officeart/2005/8/layout/hierarchy1"/>
    <dgm:cxn modelId="{E1463FB4-90A6-4AB0-827B-ED6F02A7CC20}" type="presParOf" srcId="{C1C0FBFB-ED7F-41EF-8E4E-D8A454CA99F9}" destId="{B8CF8B59-78B2-4546-B9E7-D1933B31C45A}" srcOrd="1" destOrd="0" presId="urn:microsoft.com/office/officeart/2005/8/layout/hierarchy1"/>
    <dgm:cxn modelId="{69BBB0E8-CD80-4A05-9A77-9A26CA31E80C}" type="presParOf" srcId="{F79D0216-0C0C-42D3-B7EC-D9BB7EB802B2}" destId="{877EAA31-129D-49E5-A286-8B7ED4CDDAF2}" srcOrd="2" destOrd="0" presId="urn:microsoft.com/office/officeart/2005/8/layout/hierarchy1"/>
    <dgm:cxn modelId="{F0835A08-1B89-4583-9B16-CB0F05010FCE}" type="presParOf" srcId="{877EAA31-129D-49E5-A286-8B7ED4CDDAF2}" destId="{97930312-5687-47BB-AE43-06C3372581FF}" srcOrd="0" destOrd="0" presId="urn:microsoft.com/office/officeart/2005/8/layout/hierarchy1"/>
    <dgm:cxn modelId="{183F9D7A-548E-46D4-910C-F49FB7F34EF1}" type="presParOf" srcId="{97930312-5687-47BB-AE43-06C3372581FF}" destId="{6DE52E8D-4564-4ED1-88A6-DCFA950ACC13}" srcOrd="0" destOrd="0" presId="urn:microsoft.com/office/officeart/2005/8/layout/hierarchy1"/>
    <dgm:cxn modelId="{949892FE-6BB2-468A-97EF-56C60F05FDB9}" type="presParOf" srcId="{97930312-5687-47BB-AE43-06C3372581FF}" destId="{982CBFF8-E7D0-4A39-BE80-18ACC177C3C5}" srcOrd="1" destOrd="0" presId="urn:microsoft.com/office/officeart/2005/8/layout/hierarchy1"/>
    <dgm:cxn modelId="{DE662B8C-C1C5-4CBF-A62A-00516DDC9378}" type="presParOf" srcId="{877EAA31-129D-49E5-A286-8B7ED4CDDAF2}" destId="{849720A1-B12C-4836-B4E5-36A5685E2379}" srcOrd="1" destOrd="0" presId="urn:microsoft.com/office/officeart/2005/8/layout/hierarchy1"/>
    <dgm:cxn modelId="{92AF51FF-087B-498B-B6BC-E0C5924732B3}" type="presParOf" srcId="{F79D0216-0C0C-42D3-B7EC-D9BB7EB802B2}" destId="{CC35C572-24AC-40B4-BC71-05814612F13C}" srcOrd="3" destOrd="0" presId="urn:microsoft.com/office/officeart/2005/8/layout/hierarchy1"/>
    <dgm:cxn modelId="{C72E91C4-0D0C-4759-8E74-A0CCF7DC462D}" type="presParOf" srcId="{CC35C572-24AC-40B4-BC71-05814612F13C}" destId="{FE227334-8A32-4F70-967D-4D880C2EAADB}" srcOrd="0" destOrd="0" presId="urn:microsoft.com/office/officeart/2005/8/layout/hierarchy1"/>
    <dgm:cxn modelId="{47D85BCC-874A-417C-8268-7208C7AD508C}" type="presParOf" srcId="{FE227334-8A32-4F70-967D-4D880C2EAADB}" destId="{892D7CA6-94E0-4B8A-B44F-B9059AFF4D6A}" srcOrd="0" destOrd="0" presId="urn:microsoft.com/office/officeart/2005/8/layout/hierarchy1"/>
    <dgm:cxn modelId="{514D8794-17F9-41C3-8275-23C3919A2F35}" type="presParOf" srcId="{FE227334-8A32-4F70-967D-4D880C2EAADB}" destId="{5C252DA1-9EE0-4FCF-8BD1-75E2414F2C30}" srcOrd="1" destOrd="0" presId="urn:microsoft.com/office/officeart/2005/8/layout/hierarchy1"/>
    <dgm:cxn modelId="{130E9362-A419-4385-B4BA-5EBA297043AA}" type="presParOf" srcId="{CC35C572-24AC-40B4-BC71-05814612F13C}" destId="{2C4D21C7-FA70-4B65-9728-61A71AC43634}"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E21A041-8B7C-4D42-B7FC-EC2D2C162B13}" type="doc">
      <dgm:prSet loTypeId="urn:microsoft.com/office/officeart/2005/8/layout/cycle6" loCatId="cycle" qsTypeId="urn:microsoft.com/office/officeart/2005/8/quickstyle/simple1" qsCatId="simple" csTypeId="urn:microsoft.com/office/officeart/2005/8/colors/colorful2" csCatId="colorful" phldr="1"/>
      <dgm:spPr/>
      <dgm:t>
        <a:bodyPr/>
        <a:lstStyle/>
        <a:p>
          <a:endParaRPr lang="en-US"/>
        </a:p>
      </dgm:t>
    </dgm:pt>
    <dgm:pt modelId="{49C0E104-59BF-4F0A-9BAC-46CC14D3B159}">
      <dgm:prSet/>
      <dgm:spPr/>
      <dgm:t>
        <a:bodyPr/>
        <a:lstStyle/>
        <a:p>
          <a:pPr>
            <a:defRPr cap="all"/>
          </a:pPr>
          <a:r>
            <a:rPr lang="en-US" b="0" baseline="0"/>
            <a:t>On-boarding</a:t>
          </a:r>
          <a:endParaRPr lang="en-US"/>
        </a:p>
      </dgm:t>
    </dgm:pt>
    <dgm:pt modelId="{E65392B7-8841-4DE0-B8FD-4F3DE609691C}" type="parTrans" cxnId="{BDAC5C73-8005-46C5-A327-12484083530E}">
      <dgm:prSet/>
      <dgm:spPr/>
      <dgm:t>
        <a:bodyPr/>
        <a:lstStyle/>
        <a:p>
          <a:endParaRPr lang="en-US"/>
        </a:p>
      </dgm:t>
    </dgm:pt>
    <dgm:pt modelId="{F68125F4-7E51-4BE2-8961-34F23158A554}" type="sibTrans" cxnId="{BDAC5C73-8005-46C5-A327-12484083530E}">
      <dgm:prSet/>
      <dgm:spPr/>
      <dgm:t>
        <a:bodyPr/>
        <a:lstStyle/>
        <a:p>
          <a:endParaRPr lang="en-US"/>
        </a:p>
      </dgm:t>
    </dgm:pt>
    <dgm:pt modelId="{19AC165E-4F87-4B03-9928-5F1F21FA7FC9}">
      <dgm:prSet/>
      <dgm:spPr/>
      <dgm:t>
        <a:bodyPr/>
        <a:lstStyle/>
        <a:p>
          <a:pPr>
            <a:defRPr cap="all"/>
          </a:pPr>
          <a:r>
            <a:rPr lang="en-US" b="0" baseline="0"/>
            <a:t>Support</a:t>
          </a:r>
          <a:endParaRPr lang="en-US"/>
        </a:p>
      </dgm:t>
    </dgm:pt>
    <dgm:pt modelId="{FFA7FB9F-8AD5-4EE6-9390-8E77A908739A}" type="parTrans" cxnId="{73E55385-5815-4F85-BB82-F22B396CD677}">
      <dgm:prSet/>
      <dgm:spPr/>
      <dgm:t>
        <a:bodyPr/>
        <a:lstStyle/>
        <a:p>
          <a:endParaRPr lang="en-US"/>
        </a:p>
      </dgm:t>
    </dgm:pt>
    <dgm:pt modelId="{97722B96-AD1D-4B8B-A6DC-08221CC984D1}" type="sibTrans" cxnId="{73E55385-5815-4F85-BB82-F22B396CD677}">
      <dgm:prSet/>
      <dgm:spPr/>
      <dgm:t>
        <a:bodyPr/>
        <a:lstStyle/>
        <a:p>
          <a:endParaRPr lang="en-US"/>
        </a:p>
      </dgm:t>
    </dgm:pt>
    <dgm:pt modelId="{A12B2167-D05D-4747-94D3-16E6EDFFBA55}" type="pres">
      <dgm:prSet presAssocID="{2E21A041-8B7C-4D42-B7FC-EC2D2C162B13}" presName="cycle" presStyleCnt="0">
        <dgm:presLayoutVars>
          <dgm:dir/>
          <dgm:resizeHandles val="exact"/>
        </dgm:presLayoutVars>
      </dgm:prSet>
      <dgm:spPr/>
    </dgm:pt>
    <dgm:pt modelId="{08564201-804A-4133-9067-4E3D7E913EF3}" type="pres">
      <dgm:prSet presAssocID="{49C0E104-59BF-4F0A-9BAC-46CC14D3B159}" presName="node" presStyleLbl="node1" presStyleIdx="0" presStyleCnt="2">
        <dgm:presLayoutVars>
          <dgm:bulletEnabled val="1"/>
        </dgm:presLayoutVars>
      </dgm:prSet>
      <dgm:spPr/>
    </dgm:pt>
    <dgm:pt modelId="{A95C4559-E316-40BD-AC1F-98488CCE616C}" type="pres">
      <dgm:prSet presAssocID="{49C0E104-59BF-4F0A-9BAC-46CC14D3B159}" presName="spNode" presStyleCnt="0"/>
      <dgm:spPr/>
    </dgm:pt>
    <dgm:pt modelId="{833AEF80-60FF-4AB7-90B2-55880CC6A111}" type="pres">
      <dgm:prSet presAssocID="{F68125F4-7E51-4BE2-8961-34F23158A554}" presName="sibTrans" presStyleLbl="sibTrans1D1" presStyleIdx="0" presStyleCnt="2"/>
      <dgm:spPr/>
    </dgm:pt>
    <dgm:pt modelId="{CE71A107-4400-4C33-AD26-B922FFD76128}" type="pres">
      <dgm:prSet presAssocID="{19AC165E-4F87-4B03-9928-5F1F21FA7FC9}" presName="node" presStyleLbl="node1" presStyleIdx="1" presStyleCnt="2">
        <dgm:presLayoutVars>
          <dgm:bulletEnabled val="1"/>
        </dgm:presLayoutVars>
      </dgm:prSet>
      <dgm:spPr/>
    </dgm:pt>
    <dgm:pt modelId="{629EE90E-F1C5-4F2E-9228-7AD934B35809}" type="pres">
      <dgm:prSet presAssocID="{19AC165E-4F87-4B03-9928-5F1F21FA7FC9}" presName="spNode" presStyleCnt="0"/>
      <dgm:spPr/>
    </dgm:pt>
    <dgm:pt modelId="{B4F9A463-D0EB-49B2-81F1-CD60E51F7ED9}" type="pres">
      <dgm:prSet presAssocID="{97722B96-AD1D-4B8B-A6DC-08221CC984D1}" presName="sibTrans" presStyleLbl="sibTrans1D1" presStyleIdx="1" presStyleCnt="2"/>
      <dgm:spPr/>
    </dgm:pt>
  </dgm:ptLst>
  <dgm:cxnLst>
    <dgm:cxn modelId="{F6E2173E-D6F6-485C-B71C-6A1692B7CC5F}" type="presOf" srcId="{97722B96-AD1D-4B8B-A6DC-08221CC984D1}" destId="{B4F9A463-D0EB-49B2-81F1-CD60E51F7ED9}" srcOrd="0" destOrd="0" presId="urn:microsoft.com/office/officeart/2005/8/layout/cycle6"/>
    <dgm:cxn modelId="{88C5D75D-FADC-4775-84F0-DA3F6C8414EE}" type="presOf" srcId="{2E21A041-8B7C-4D42-B7FC-EC2D2C162B13}" destId="{A12B2167-D05D-4747-94D3-16E6EDFFBA55}" srcOrd="0" destOrd="0" presId="urn:microsoft.com/office/officeart/2005/8/layout/cycle6"/>
    <dgm:cxn modelId="{BDAC5C73-8005-46C5-A327-12484083530E}" srcId="{2E21A041-8B7C-4D42-B7FC-EC2D2C162B13}" destId="{49C0E104-59BF-4F0A-9BAC-46CC14D3B159}" srcOrd="0" destOrd="0" parTransId="{E65392B7-8841-4DE0-B8FD-4F3DE609691C}" sibTransId="{F68125F4-7E51-4BE2-8961-34F23158A554}"/>
    <dgm:cxn modelId="{73E55385-5815-4F85-BB82-F22B396CD677}" srcId="{2E21A041-8B7C-4D42-B7FC-EC2D2C162B13}" destId="{19AC165E-4F87-4B03-9928-5F1F21FA7FC9}" srcOrd="1" destOrd="0" parTransId="{FFA7FB9F-8AD5-4EE6-9390-8E77A908739A}" sibTransId="{97722B96-AD1D-4B8B-A6DC-08221CC984D1}"/>
    <dgm:cxn modelId="{A361EDC7-8308-4215-BA95-58B7521EEB1F}" type="presOf" srcId="{F68125F4-7E51-4BE2-8961-34F23158A554}" destId="{833AEF80-60FF-4AB7-90B2-55880CC6A111}" srcOrd="0" destOrd="0" presId="urn:microsoft.com/office/officeart/2005/8/layout/cycle6"/>
    <dgm:cxn modelId="{DD226FE7-632E-4D53-94DC-12CB83B0FAE0}" type="presOf" srcId="{19AC165E-4F87-4B03-9928-5F1F21FA7FC9}" destId="{CE71A107-4400-4C33-AD26-B922FFD76128}" srcOrd="0" destOrd="0" presId="urn:microsoft.com/office/officeart/2005/8/layout/cycle6"/>
    <dgm:cxn modelId="{DEC5A0F8-DE77-45D3-8DE5-DF5348137AFB}" type="presOf" srcId="{49C0E104-59BF-4F0A-9BAC-46CC14D3B159}" destId="{08564201-804A-4133-9067-4E3D7E913EF3}" srcOrd="0" destOrd="0" presId="urn:microsoft.com/office/officeart/2005/8/layout/cycle6"/>
    <dgm:cxn modelId="{ED22C771-E8E5-4C64-929B-B6925C3FA420}" type="presParOf" srcId="{A12B2167-D05D-4747-94D3-16E6EDFFBA55}" destId="{08564201-804A-4133-9067-4E3D7E913EF3}" srcOrd="0" destOrd="0" presId="urn:microsoft.com/office/officeart/2005/8/layout/cycle6"/>
    <dgm:cxn modelId="{1C3B963D-89B5-4A77-9618-87A01307E336}" type="presParOf" srcId="{A12B2167-D05D-4747-94D3-16E6EDFFBA55}" destId="{A95C4559-E316-40BD-AC1F-98488CCE616C}" srcOrd="1" destOrd="0" presId="urn:microsoft.com/office/officeart/2005/8/layout/cycle6"/>
    <dgm:cxn modelId="{165FDAED-A404-461E-B29E-BDA27A27FC11}" type="presParOf" srcId="{A12B2167-D05D-4747-94D3-16E6EDFFBA55}" destId="{833AEF80-60FF-4AB7-90B2-55880CC6A111}" srcOrd="2" destOrd="0" presId="urn:microsoft.com/office/officeart/2005/8/layout/cycle6"/>
    <dgm:cxn modelId="{0B0F6587-41D7-490D-AA90-B6A7D34CB909}" type="presParOf" srcId="{A12B2167-D05D-4747-94D3-16E6EDFFBA55}" destId="{CE71A107-4400-4C33-AD26-B922FFD76128}" srcOrd="3" destOrd="0" presId="urn:microsoft.com/office/officeart/2005/8/layout/cycle6"/>
    <dgm:cxn modelId="{096FF746-C7E8-4E29-A8E1-116B7CBE1221}" type="presParOf" srcId="{A12B2167-D05D-4747-94D3-16E6EDFFBA55}" destId="{629EE90E-F1C5-4F2E-9228-7AD934B35809}" srcOrd="4" destOrd="0" presId="urn:microsoft.com/office/officeart/2005/8/layout/cycle6"/>
    <dgm:cxn modelId="{53975F9D-91A7-4725-8B4A-5D1C06ECF5E0}" type="presParOf" srcId="{A12B2167-D05D-4747-94D3-16E6EDFFBA55}" destId="{B4F9A463-D0EB-49B2-81F1-CD60E51F7ED9}" srcOrd="5" destOrd="0" presId="urn:microsoft.com/office/officeart/2005/8/layout/cycle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3E2070-9BBF-4E7F-A196-6EE1DC2F4EB6}"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6F9E02CF-BF3D-4FE0-90F5-F8F67E791930}">
      <dgm:prSet/>
      <dgm:spPr/>
      <dgm:t>
        <a:bodyPr/>
        <a:lstStyle/>
        <a:p>
          <a:pPr>
            <a:lnSpc>
              <a:spcPct val="100000"/>
            </a:lnSpc>
            <a:defRPr cap="all"/>
          </a:pPr>
          <a:r>
            <a:rPr lang="en-US" b="0" baseline="0"/>
            <a:t>Timing</a:t>
          </a:r>
          <a:endParaRPr lang="en-US"/>
        </a:p>
      </dgm:t>
    </dgm:pt>
    <dgm:pt modelId="{943620F9-3AD9-47C9-91F0-6D72ACE6A575}" type="parTrans" cxnId="{3D3F255C-2880-4956-9F42-BF4555B20066}">
      <dgm:prSet/>
      <dgm:spPr/>
      <dgm:t>
        <a:bodyPr/>
        <a:lstStyle/>
        <a:p>
          <a:endParaRPr lang="en-US"/>
        </a:p>
      </dgm:t>
    </dgm:pt>
    <dgm:pt modelId="{EA8E774C-CE75-418D-BF77-40C769CEECBA}" type="sibTrans" cxnId="{3D3F255C-2880-4956-9F42-BF4555B20066}">
      <dgm:prSet/>
      <dgm:spPr/>
      <dgm:t>
        <a:bodyPr/>
        <a:lstStyle/>
        <a:p>
          <a:endParaRPr lang="en-US"/>
        </a:p>
      </dgm:t>
    </dgm:pt>
    <dgm:pt modelId="{93B8E792-1C0C-4084-86E4-8A589FCF4713}">
      <dgm:prSet/>
      <dgm:spPr/>
      <dgm:t>
        <a:bodyPr/>
        <a:lstStyle/>
        <a:p>
          <a:pPr>
            <a:lnSpc>
              <a:spcPct val="100000"/>
            </a:lnSpc>
            <a:defRPr cap="all"/>
          </a:pPr>
          <a:r>
            <a:rPr lang="en-US" b="0" baseline="0"/>
            <a:t>Location</a:t>
          </a:r>
          <a:endParaRPr lang="en-US"/>
        </a:p>
      </dgm:t>
    </dgm:pt>
    <dgm:pt modelId="{A1927879-456F-437A-84D5-199768CB603F}" type="parTrans" cxnId="{4C48804B-BAE2-499A-9BC6-3A08DABEC412}">
      <dgm:prSet/>
      <dgm:spPr/>
      <dgm:t>
        <a:bodyPr/>
        <a:lstStyle/>
        <a:p>
          <a:endParaRPr lang="en-US"/>
        </a:p>
      </dgm:t>
    </dgm:pt>
    <dgm:pt modelId="{4005BFDF-E25C-4556-9CFB-16ACCFE265CD}" type="sibTrans" cxnId="{4C48804B-BAE2-499A-9BC6-3A08DABEC412}">
      <dgm:prSet/>
      <dgm:spPr/>
      <dgm:t>
        <a:bodyPr/>
        <a:lstStyle/>
        <a:p>
          <a:endParaRPr lang="en-US"/>
        </a:p>
      </dgm:t>
    </dgm:pt>
    <dgm:pt modelId="{6E25D78B-12FB-4553-9693-FBB89E1A7335}">
      <dgm:prSet/>
      <dgm:spPr/>
      <dgm:t>
        <a:bodyPr/>
        <a:lstStyle/>
        <a:p>
          <a:pPr>
            <a:lnSpc>
              <a:spcPct val="100000"/>
            </a:lnSpc>
            <a:defRPr cap="all"/>
          </a:pPr>
          <a:r>
            <a:rPr lang="en-US" b="0" baseline="0"/>
            <a:t>Introduction</a:t>
          </a:r>
          <a:endParaRPr lang="en-US"/>
        </a:p>
      </dgm:t>
    </dgm:pt>
    <dgm:pt modelId="{64DFCF99-8DCA-496B-94DE-E2B032E2BA76}" type="parTrans" cxnId="{690D20C2-2DEB-40F5-9E56-1ABFB776A587}">
      <dgm:prSet/>
      <dgm:spPr/>
      <dgm:t>
        <a:bodyPr/>
        <a:lstStyle/>
        <a:p>
          <a:endParaRPr lang="en-US"/>
        </a:p>
      </dgm:t>
    </dgm:pt>
    <dgm:pt modelId="{49C172B2-FB15-416F-9E58-09D41BBE62B4}" type="sibTrans" cxnId="{690D20C2-2DEB-40F5-9E56-1ABFB776A587}">
      <dgm:prSet/>
      <dgm:spPr/>
      <dgm:t>
        <a:bodyPr/>
        <a:lstStyle/>
        <a:p>
          <a:endParaRPr lang="en-US"/>
        </a:p>
      </dgm:t>
    </dgm:pt>
    <dgm:pt modelId="{75DE9C74-FCB4-4B27-99AC-98BE87DF3D60}">
      <dgm:prSet/>
      <dgm:spPr/>
      <dgm:t>
        <a:bodyPr/>
        <a:lstStyle/>
        <a:p>
          <a:pPr>
            <a:lnSpc>
              <a:spcPct val="100000"/>
            </a:lnSpc>
            <a:defRPr cap="all"/>
          </a:pPr>
          <a:r>
            <a:rPr lang="en-US" b="0" baseline="0"/>
            <a:t>Monitoring</a:t>
          </a:r>
          <a:endParaRPr lang="en-US"/>
        </a:p>
      </dgm:t>
    </dgm:pt>
    <dgm:pt modelId="{42A04146-C813-4593-A1F8-81F263291CA0}" type="parTrans" cxnId="{B83822B2-96D4-4107-AC75-23F00E453A73}">
      <dgm:prSet/>
      <dgm:spPr/>
      <dgm:t>
        <a:bodyPr/>
        <a:lstStyle/>
        <a:p>
          <a:endParaRPr lang="en-US"/>
        </a:p>
      </dgm:t>
    </dgm:pt>
    <dgm:pt modelId="{A5BD600B-1977-4ECB-8A42-6EABB22B7C76}" type="sibTrans" cxnId="{B83822B2-96D4-4107-AC75-23F00E453A73}">
      <dgm:prSet/>
      <dgm:spPr/>
      <dgm:t>
        <a:bodyPr/>
        <a:lstStyle/>
        <a:p>
          <a:endParaRPr lang="en-US"/>
        </a:p>
      </dgm:t>
    </dgm:pt>
    <dgm:pt modelId="{4BFA83AD-2B95-4D08-BD16-90F50EEF1A78}" type="pres">
      <dgm:prSet presAssocID="{183E2070-9BBF-4E7F-A196-6EE1DC2F4EB6}" presName="root" presStyleCnt="0">
        <dgm:presLayoutVars>
          <dgm:dir/>
          <dgm:resizeHandles val="exact"/>
        </dgm:presLayoutVars>
      </dgm:prSet>
      <dgm:spPr/>
    </dgm:pt>
    <dgm:pt modelId="{D04CDA9B-E8C2-45DB-B23F-AA04BAF90748}" type="pres">
      <dgm:prSet presAssocID="{6F9E02CF-BF3D-4FE0-90F5-F8F67E791930}" presName="compNode" presStyleCnt="0"/>
      <dgm:spPr/>
    </dgm:pt>
    <dgm:pt modelId="{60EC1F27-8A2B-4227-9CEC-6DDF5B8DD8DE}" type="pres">
      <dgm:prSet presAssocID="{6F9E02CF-BF3D-4FE0-90F5-F8F67E791930}" presName="iconBgRect" presStyleLbl="bgShp" presStyleIdx="0" presStyleCnt="4"/>
      <dgm:spPr>
        <a:prstGeom prst="round2DiagRect">
          <a:avLst>
            <a:gd name="adj1" fmla="val 29727"/>
            <a:gd name="adj2" fmla="val 0"/>
          </a:avLst>
        </a:prstGeom>
      </dgm:spPr>
    </dgm:pt>
    <dgm:pt modelId="{488C5D66-7CF8-4448-9509-31AF1F4CED44}" type="pres">
      <dgm:prSet presAssocID="{6F9E02CF-BF3D-4FE0-90F5-F8F67E791930}"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opwatch"/>
        </a:ext>
      </dgm:extLst>
    </dgm:pt>
    <dgm:pt modelId="{07ACF572-0A67-493C-959E-7C736756FAA5}" type="pres">
      <dgm:prSet presAssocID="{6F9E02CF-BF3D-4FE0-90F5-F8F67E791930}" presName="spaceRect" presStyleCnt="0"/>
      <dgm:spPr/>
    </dgm:pt>
    <dgm:pt modelId="{F447802C-046C-4897-AE23-A26864C822A3}" type="pres">
      <dgm:prSet presAssocID="{6F9E02CF-BF3D-4FE0-90F5-F8F67E791930}" presName="textRect" presStyleLbl="revTx" presStyleIdx="0" presStyleCnt="4">
        <dgm:presLayoutVars>
          <dgm:chMax val="1"/>
          <dgm:chPref val="1"/>
        </dgm:presLayoutVars>
      </dgm:prSet>
      <dgm:spPr/>
    </dgm:pt>
    <dgm:pt modelId="{509AA8DB-8E04-40B4-9D95-5FAB38CDA738}" type="pres">
      <dgm:prSet presAssocID="{EA8E774C-CE75-418D-BF77-40C769CEECBA}" presName="sibTrans" presStyleCnt="0"/>
      <dgm:spPr/>
    </dgm:pt>
    <dgm:pt modelId="{1DA07861-1AE9-49F1-87D0-49511D6F66B1}" type="pres">
      <dgm:prSet presAssocID="{93B8E792-1C0C-4084-86E4-8A589FCF4713}" presName="compNode" presStyleCnt="0"/>
      <dgm:spPr/>
    </dgm:pt>
    <dgm:pt modelId="{0A8B3AA0-BA53-4803-A3EB-8F2A3FC07FC0}" type="pres">
      <dgm:prSet presAssocID="{93B8E792-1C0C-4084-86E4-8A589FCF4713}" presName="iconBgRect" presStyleLbl="bgShp" presStyleIdx="1" presStyleCnt="4"/>
      <dgm:spPr>
        <a:prstGeom prst="round2DiagRect">
          <a:avLst>
            <a:gd name="adj1" fmla="val 29727"/>
            <a:gd name="adj2" fmla="val 0"/>
          </a:avLst>
        </a:prstGeom>
      </dgm:spPr>
    </dgm:pt>
    <dgm:pt modelId="{38F0EDF9-206D-484F-9AF8-18920C44B269}" type="pres">
      <dgm:prSet presAssocID="{93B8E792-1C0C-4084-86E4-8A589FCF4713}"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oi"/>
        </a:ext>
      </dgm:extLst>
    </dgm:pt>
    <dgm:pt modelId="{791749D3-2491-42D5-99A7-DB756CF73186}" type="pres">
      <dgm:prSet presAssocID="{93B8E792-1C0C-4084-86E4-8A589FCF4713}" presName="spaceRect" presStyleCnt="0"/>
      <dgm:spPr/>
    </dgm:pt>
    <dgm:pt modelId="{0BAABD48-D16D-47E9-BEBF-E0668B5AABF5}" type="pres">
      <dgm:prSet presAssocID="{93B8E792-1C0C-4084-86E4-8A589FCF4713}" presName="textRect" presStyleLbl="revTx" presStyleIdx="1" presStyleCnt="4">
        <dgm:presLayoutVars>
          <dgm:chMax val="1"/>
          <dgm:chPref val="1"/>
        </dgm:presLayoutVars>
      </dgm:prSet>
      <dgm:spPr/>
    </dgm:pt>
    <dgm:pt modelId="{9DFDB671-49B4-4228-9D0A-C81780AA045D}" type="pres">
      <dgm:prSet presAssocID="{4005BFDF-E25C-4556-9CFB-16ACCFE265CD}" presName="sibTrans" presStyleCnt="0"/>
      <dgm:spPr/>
    </dgm:pt>
    <dgm:pt modelId="{1CC3C3C6-DB74-48A0-A85D-CBE9D581E516}" type="pres">
      <dgm:prSet presAssocID="{6E25D78B-12FB-4553-9693-FBB89E1A7335}" presName="compNode" presStyleCnt="0"/>
      <dgm:spPr/>
    </dgm:pt>
    <dgm:pt modelId="{A08DB22D-DF3C-4B98-91BE-37C762BDE535}" type="pres">
      <dgm:prSet presAssocID="{6E25D78B-12FB-4553-9693-FBB89E1A7335}" presName="iconBgRect" presStyleLbl="bgShp" presStyleIdx="2" presStyleCnt="4"/>
      <dgm:spPr>
        <a:prstGeom prst="round2DiagRect">
          <a:avLst>
            <a:gd name="adj1" fmla="val 29727"/>
            <a:gd name="adj2" fmla="val 0"/>
          </a:avLst>
        </a:prstGeom>
      </dgm:spPr>
    </dgm:pt>
    <dgm:pt modelId="{E9B30589-D736-4122-A1ED-AC67C513562C}" type="pres">
      <dgm:prSet presAssocID="{6E25D78B-12FB-4553-9693-FBB89E1A7335}"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ike"/>
        </a:ext>
      </dgm:extLst>
    </dgm:pt>
    <dgm:pt modelId="{7F140B7D-B6B9-4B10-95E0-1F3FE63EB687}" type="pres">
      <dgm:prSet presAssocID="{6E25D78B-12FB-4553-9693-FBB89E1A7335}" presName="spaceRect" presStyleCnt="0"/>
      <dgm:spPr/>
    </dgm:pt>
    <dgm:pt modelId="{ADBF6DB3-B925-4AD6-A2A7-762DDB4C6650}" type="pres">
      <dgm:prSet presAssocID="{6E25D78B-12FB-4553-9693-FBB89E1A7335}" presName="textRect" presStyleLbl="revTx" presStyleIdx="2" presStyleCnt="4">
        <dgm:presLayoutVars>
          <dgm:chMax val="1"/>
          <dgm:chPref val="1"/>
        </dgm:presLayoutVars>
      </dgm:prSet>
      <dgm:spPr/>
    </dgm:pt>
    <dgm:pt modelId="{FCB4EEE1-5D47-4B9C-8B27-AE6B73D64DEB}" type="pres">
      <dgm:prSet presAssocID="{49C172B2-FB15-416F-9E58-09D41BBE62B4}" presName="sibTrans" presStyleCnt="0"/>
      <dgm:spPr/>
    </dgm:pt>
    <dgm:pt modelId="{DA48D303-FE07-4DF8-A65F-689638473B5D}" type="pres">
      <dgm:prSet presAssocID="{75DE9C74-FCB4-4B27-99AC-98BE87DF3D60}" presName="compNode" presStyleCnt="0"/>
      <dgm:spPr/>
    </dgm:pt>
    <dgm:pt modelId="{23D651A8-2743-4594-99CD-D410ED9AC2ED}" type="pres">
      <dgm:prSet presAssocID="{75DE9C74-FCB4-4B27-99AC-98BE87DF3D60}" presName="iconBgRect" presStyleLbl="bgShp" presStyleIdx="3" presStyleCnt="4"/>
      <dgm:spPr>
        <a:prstGeom prst="round2DiagRect">
          <a:avLst>
            <a:gd name="adj1" fmla="val 29727"/>
            <a:gd name="adj2" fmla="val 0"/>
          </a:avLst>
        </a:prstGeom>
      </dgm:spPr>
    </dgm:pt>
    <dgm:pt modelId="{236BE7E5-7CFC-47E0-A262-C062F6E01915}" type="pres">
      <dgm:prSet presAssocID="{75DE9C74-FCB4-4B27-99AC-98BE87DF3D60}"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ssue Tracking"/>
        </a:ext>
      </dgm:extLst>
    </dgm:pt>
    <dgm:pt modelId="{E6683072-BC71-48B2-9241-57242A06B307}" type="pres">
      <dgm:prSet presAssocID="{75DE9C74-FCB4-4B27-99AC-98BE87DF3D60}" presName="spaceRect" presStyleCnt="0"/>
      <dgm:spPr/>
    </dgm:pt>
    <dgm:pt modelId="{B9B34DE0-76DF-4481-BD93-E7C3A637D405}" type="pres">
      <dgm:prSet presAssocID="{75DE9C74-FCB4-4B27-99AC-98BE87DF3D60}" presName="textRect" presStyleLbl="revTx" presStyleIdx="3" presStyleCnt="4">
        <dgm:presLayoutVars>
          <dgm:chMax val="1"/>
          <dgm:chPref val="1"/>
        </dgm:presLayoutVars>
      </dgm:prSet>
      <dgm:spPr/>
    </dgm:pt>
  </dgm:ptLst>
  <dgm:cxnLst>
    <dgm:cxn modelId="{FA6E7414-AFCE-4DEA-BC84-4F80713B6AAD}" type="presOf" srcId="{75DE9C74-FCB4-4B27-99AC-98BE87DF3D60}" destId="{B9B34DE0-76DF-4481-BD93-E7C3A637D405}" srcOrd="0" destOrd="0" presId="urn:microsoft.com/office/officeart/2018/5/layout/IconLeafLabelList"/>
    <dgm:cxn modelId="{3D3F255C-2880-4956-9F42-BF4555B20066}" srcId="{183E2070-9BBF-4E7F-A196-6EE1DC2F4EB6}" destId="{6F9E02CF-BF3D-4FE0-90F5-F8F67E791930}" srcOrd="0" destOrd="0" parTransId="{943620F9-3AD9-47C9-91F0-6D72ACE6A575}" sibTransId="{EA8E774C-CE75-418D-BF77-40C769CEECBA}"/>
    <dgm:cxn modelId="{4C48804B-BAE2-499A-9BC6-3A08DABEC412}" srcId="{183E2070-9BBF-4E7F-A196-6EE1DC2F4EB6}" destId="{93B8E792-1C0C-4084-86E4-8A589FCF4713}" srcOrd="1" destOrd="0" parTransId="{A1927879-456F-437A-84D5-199768CB603F}" sibTransId="{4005BFDF-E25C-4556-9CFB-16ACCFE265CD}"/>
    <dgm:cxn modelId="{B83822B2-96D4-4107-AC75-23F00E453A73}" srcId="{183E2070-9BBF-4E7F-A196-6EE1DC2F4EB6}" destId="{75DE9C74-FCB4-4B27-99AC-98BE87DF3D60}" srcOrd="3" destOrd="0" parTransId="{42A04146-C813-4593-A1F8-81F263291CA0}" sibTransId="{A5BD600B-1977-4ECB-8A42-6EABB22B7C76}"/>
    <dgm:cxn modelId="{08151DBC-B851-4D2C-8746-C21EE358019D}" type="presOf" srcId="{6F9E02CF-BF3D-4FE0-90F5-F8F67E791930}" destId="{F447802C-046C-4897-AE23-A26864C822A3}" srcOrd="0" destOrd="0" presId="urn:microsoft.com/office/officeart/2018/5/layout/IconLeafLabelList"/>
    <dgm:cxn modelId="{690D20C2-2DEB-40F5-9E56-1ABFB776A587}" srcId="{183E2070-9BBF-4E7F-A196-6EE1DC2F4EB6}" destId="{6E25D78B-12FB-4553-9693-FBB89E1A7335}" srcOrd="2" destOrd="0" parTransId="{64DFCF99-8DCA-496B-94DE-E2B032E2BA76}" sibTransId="{49C172B2-FB15-416F-9E58-09D41BBE62B4}"/>
    <dgm:cxn modelId="{19FF25DB-E192-402F-B9D2-D615F9B153C9}" type="presOf" srcId="{6E25D78B-12FB-4553-9693-FBB89E1A7335}" destId="{ADBF6DB3-B925-4AD6-A2A7-762DDB4C6650}" srcOrd="0" destOrd="0" presId="urn:microsoft.com/office/officeart/2018/5/layout/IconLeafLabelList"/>
    <dgm:cxn modelId="{C6553DEB-A450-48D0-93DD-31DC7E5DA626}" type="presOf" srcId="{183E2070-9BBF-4E7F-A196-6EE1DC2F4EB6}" destId="{4BFA83AD-2B95-4D08-BD16-90F50EEF1A78}" srcOrd="0" destOrd="0" presId="urn:microsoft.com/office/officeart/2018/5/layout/IconLeafLabelList"/>
    <dgm:cxn modelId="{A049FAF7-BAF0-4D68-9014-9A232EA41A40}" type="presOf" srcId="{93B8E792-1C0C-4084-86E4-8A589FCF4713}" destId="{0BAABD48-D16D-47E9-BEBF-E0668B5AABF5}" srcOrd="0" destOrd="0" presId="urn:microsoft.com/office/officeart/2018/5/layout/IconLeafLabelList"/>
    <dgm:cxn modelId="{4F6785B7-ED14-4CE0-AF4E-7BE9E4F5BF55}" type="presParOf" srcId="{4BFA83AD-2B95-4D08-BD16-90F50EEF1A78}" destId="{D04CDA9B-E8C2-45DB-B23F-AA04BAF90748}" srcOrd="0" destOrd="0" presId="urn:microsoft.com/office/officeart/2018/5/layout/IconLeafLabelList"/>
    <dgm:cxn modelId="{239550C2-A2F6-42EF-BC2F-D227A9810095}" type="presParOf" srcId="{D04CDA9B-E8C2-45DB-B23F-AA04BAF90748}" destId="{60EC1F27-8A2B-4227-9CEC-6DDF5B8DD8DE}" srcOrd="0" destOrd="0" presId="urn:microsoft.com/office/officeart/2018/5/layout/IconLeafLabelList"/>
    <dgm:cxn modelId="{B1CF1FF5-EB31-496C-9F7A-DC4C627F5709}" type="presParOf" srcId="{D04CDA9B-E8C2-45DB-B23F-AA04BAF90748}" destId="{488C5D66-7CF8-4448-9509-31AF1F4CED44}" srcOrd="1" destOrd="0" presId="urn:microsoft.com/office/officeart/2018/5/layout/IconLeafLabelList"/>
    <dgm:cxn modelId="{D62F4B94-19AA-4C42-803E-14801435C125}" type="presParOf" srcId="{D04CDA9B-E8C2-45DB-B23F-AA04BAF90748}" destId="{07ACF572-0A67-493C-959E-7C736756FAA5}" srcOrd="2" destOrd="0" presId="urn:microsoft.com/office/officeart/2018/5/layout/IconLeafLabelList"/>
    <dgm:cxn modelId="{52D0D505-973A-4C31-9C93-C7F32F610C2B}" type="presParOf" srcId="{D04CDA9B-E8C2-45DB-B23F-AA04BAF90748}" destId="{F447802C-046C-4897-AE23-A26864C822A3}" srcOrd="3" destOrd="0" presId="urn:microsoft.com/office/officeart/2018/5/layout/IconLeafLabelList"/>
    <dgm:cxn modelId="{B84A2708-40AC-48C2-AE06-F16FCBA5442E}" type="presParOf" srcId="{4BFA83AD-2B95-4D08-BD16-90F50EEF1A78}" destId="{509AA8DB-8E04-40B4-9D95-5FAB38CDA738}" srcOrd="1" destOrd="0" presId="urn:microsoft.com/office/officeart/2018/5/layout/IconLeafLabelList"/>
    <dgm:cxn modelId="{06243552-ED58-4EBA-865C-D464E05D4CAD}" type="presParOf" srcId="{4BFA83AD-2B95-4D08-BD16-90F50EEF1A78}" destId="{1DA07861-1AE9-49F1-87D0-49511D6F66B1}" srcOrd="2" destOrd="0" presId="urn:microsoft.com/office/officeart/2018/5/layout/IconLeafLabelList"/>
    <dgm:cxn modelId="{C163D84F-1BC1-48DD-869D-63F287F279A8}" type="presParOf" srcId="{1DA07861-1AE9-49F1-87D0-49511D6F66B1}" destId="{0A8B3AA0-BA53-4803-A3EB-8F2A3FC07FC0}" srcOrd="0" destOrd="0" presId="urn:microsoft.com/office/officeart/2018/5/layout/IconLeafLabelList"/>
    <dgm:cxn modelId="{7B27F0FA-25C1-4C23-934E-ED923186EA58}" type="presParOf" srcId="{1DA07861-1AE9-49F1-87D0-49511D6F66B1}" destId="{38F0EDF9-206D-484F-9AF8-18920C44B269}" srcOrd="1" destOrd="0" presId="urn:microsoft.com/office/officeart/2018/5/layout/IconLeafLabelList"/>
    <dgm:cxn modelId="{5DDEBDEC-DA6B-4A04-B24D-38BB16771794}" type="presParOf" srcId="{1DA07861-1AE9-49F1-87D0-49511D6F66B1}" destId="{791749D3-2491-42D5-99A7-DB756CF73186}" srcOrd="2" destOrd="0" presId="urn:microsoft.com/office/officeart/2018/5/layout/IconLeafLabelList"/>
    <dgm:cxn modelId="{4F7DBBC0-C3C1-467B-BA26-438F018D29AE}" type="presParOf" srcId="{1DA07861-1AE9-49F1-87D0-49511D6F66B1}" destId="{0BAABD48-D16D-47E9-BEBF-E0668B5AABF5}" srcOrd="3" destOrd="0" presId="urn:microsoft.com/office/officeart/2018/5/layout/IconLeafLabelList"/>
    <dgm:cxn modelId="{F7878F03-2F99-4DF0-BA49-3E502301DAE4}" type="presParOf" srcId="{4BFA83AD-2B95-4D08-BD16-90F50EEF1A78}" destId="{9DFDB671-49B4-4228-9D0A-C81780AA045D}" srcOrd="3" destOrd="0" presId="urn:microsoft.com/office/officeart/2018/5/layout/IconLeafLabelList"/>
    <dgm:cxn modelId="{F1585896-DBE6-4D52-AABC-93CAF4D31CB5}" type="presParOf" srcId="{4BFA83AD-2B95-4D08-BD16-90F50EEF1A78}" destId="{1CC3C3C6-DB74-48A0-A85D-CBE9D581E516}" srcOrd="4" destOrd="0" presId="urn:microsoft.com/office/officeart/2018/5/layout/IconLeafLabelList"/>
    <dgm:cxn modelId="{AF2FF486-A7FE-44C0-A37A-5E403C5AFEE9}" type="presParOf" srcId="{1CC3C3C6-DB74-48A0-A85D-CBE9D581E516}" destId="{A08DB22D-DF3C-4B98-91BE-37C762BDE535}" srcOrd="0" destOrd="0" presId="urn:microsoft.com/office/officeart/2018/5/layout/IconLeafLabelList"/>
    <dgm:cxn modelId="{13EA4560-F1BA-4D27-AC20-8CEE73DB490C}" type="presParOf" srcId="{1CC3C3C6-DB74-48A0-A85D-CBE9D581E516}" destId="{E9B30589-D736-4122-A1ED-AC67C513562C}" srcOrd="1" destOrd="0" presId="urn:microsoft.com/office/officeart/2018/5/layout/IconLeafLabelList"/>
    <dgm:cxn modelId="{2B3FCF19-BC6E-4638-A789-70BB72F34E20}" type="presParOf" srcId="{1CC3C3C6-DB74-48A0-A85D-CBE9D581E516}" destId="{7F140B7D-B6B9-4B10-95E0-1F3FE63EB687}" srcOrd="2" destOrd="0" presId="urn:microsoft.com/office/officeart/2018/5/layout/IconLeafLabelList"/>
    <dgm:cxn modelId="{67E5E4F0-372E-4215-A8A2-E0D16D7D4450}" type="presParOf" srcId="{1CC3C3C6-DB74-48A0-A85D-CBE9D581E516}" destId="{ADBF6DB3-B925-4AD6-A2A7-762DDB4C6650}" srcOrd="3" destOrd="0" presId="urn:microsoft.com/office/officeart/2018/5/layout/IconLeafLabelList"/>
    <dgm:cxn modelId="{92BC2B7A-9A1A-4778-997D-C99D65C7998E}" type="presParOf" srcId="{4BFA83AD-2B95-4D08-BD16-90F50EEF1A78}" destId="{FCB4EEE1-5D47-4B9C-8B27-AE6B73D64DEB}" srcOrd="5" destOrd="0" presId="urn:microsoft.com/office/officeart/2018/5/layout/IconLeafLabelList"/>
    <dgm:cxn modelId="{06EE76B1-E968-4B5C-B0C4-3A8061D89AA0}" type="presParOf" srcId="{4BFA83AD-2B95-4D08-BD16-90F50EEF1A78}" destId="{DA48D303-FE07-4DF8-A65F-689638473B5D}" srcOrd="6" destOrd="0" presId="urn:microsoft.com/office/officeart/2018/5/layout/IconLeafLabelList"/>
    <dgm:cxn modelId="{470F5BC6-7F1B-429F-B91A-33032DABCDF2}" type="presParOf" srcId="{DA48D303-FE07-4DF8-A65F-689638473B5D}" destId="{23D651A8-2743-4594-99CD-D410ED9AC2ED}" srcOrd="0" destOrd="0" presId="urn:microsoft.com/office/officeart/2018/5/layout/IconLeafLabelList"/>
    <dgm:cxn modelId="{0A4F3F1D-3E46-4CF5-AD00-FAD35C6C08BA}" type="presParOf" srcId="{DA48D303-FE07-4DF8-A65F-689638473B5D}" destId="{236BE7E5-7CFC-47E0-A262-C062F6E01915}" srcOrd="1" destOrd="0" presId="urn:microsoft.com/office/officeart/2018/5/layout/IconLeafLabelList"/>
    <dgm:cxn modelId="{8B2E75A7-5DF0-4BDC-8E9B-79D989031AAD}" type="presParOf" srcId="{DA48D303-FE07-4DF8-A65F-689638473B5D}" destId="{E6683072-BC71-48B2-9241-57242A06B307}" srcOrd="2" destOrd="0" presId="urn:microsoft.com/office/officeart/2018/5/layout/IconLeafLabelList"/>
    <dgm:cxn modelId="{108D050E-9474-4D39-AF99-69AAFE1CAA21}" type="presParOf" srcId="{DA48D303-FE07-4DF8-A65F-689638473B5D}" destId="{B9B34DE0-76DF-4481-BD93-E7C3A637D405}"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507F11-9E1E-4CE2-96C7-3D45DD7EB5C8}">
      <dsp:nvSpPr>
        <dsp:cNvPr id="0" name=""/>
        <dsp:cNvSpPr/>
      </dsp:nvSpPr>
      <dsp:spPr>
        <a:xfrm>
          <a:off x="840520" y="32344"/>
          <a:ext cx="1160464" cy="1160464"/>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AE7939-175C-4757-8857-FFA9BEEB6795}">
      <dsp:nvSpPr>
        <dsp:cNvPr id="0" name=""/>
        <dsp:cNvSpPr/>
      </dsp:nvSpPr>
      <dsp:spPr>
        <a:xfrm>
          <a:off x="1087832" y="279656"/>
          <a:ext cx="665840" cy="6658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E62677C-24AD-4F25-AF38-DF993142579B}">
      <dsp:nvSpPr>
        <dsp:cNvPr id="0" name=""/>
        <dsp:cNvSpPr/>
      </dsp:nvSpPr>
      <dsp:spPr>
        <a:xfrm>
          <a:off x="469552" y="1554265"/>
          <a:ext cx="19024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b="0" kern="1200" baseline="0"/>
            <a:t>Scope</a:t>
          </a:r>
          <a:endParaRPr lang="en-US" sz="1800" kern="1200"/>
        </a:p>
      </dsp:txBody>
      <dsp:txXfrm>
        <a:off x="469552" y="1554265"/>
        <a:ext cx="1902400" cy="720000"/>
      </dsp:txXfrm>
    </dsp:sp>
    <dsp:sp modelId="{C36E45A7-7A62-4331-9829-BA938EA85849}">
      <dsp:nvSpPr>
        <dsp:cNvPr id="0" name=""/>
        <dsp:cNvSpPr/>
      </dsp:nvSpPr>
      <dsp:spPr>
        <a:xfrm>
          <a:off x="3075841" y="32344"/>
          <a:ext cx="1160464" cy="1160464"/>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246131-01F9-4CD2-BEA2-3847DBFAFEE4}">
      <dsp:nvSpPr>
        <dsp:cNvPr id="0" name=""/>
        <dsp:cNvSpPr/>
      </dsp:nvSpPr>
      <dsp:spPr>
        <a:xfrm>
          <a:off x="3323153" y="279656"/>
          <a:ext cx="665840" cy="6658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17FAEB9-997E-460D-99B5-D4C381A743B9}">
      <dsp:nvSpPr>
        <dsp:cNvPr id="0" name=""/>
        <dsp:cNvSpPr/>
      </dsp:nvSpPr>
      <dsp:spPr>
        <a:xfrm>
          <a:off x="2704873" y="1554265"/>
          <a:ext cx="19024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b="0" kern="1200" baseline="0"/>
            <a:t>Idea</a:t>
          </a:r>
          <a:endParaRPr lang="en-US" sz="1800" kern="1200"/>
        </a:p>
      </dsp:txBody>
      <dsp:txXfrm>
        <a:off x="2704873" y="1554265"/>
        <a:ext cx="1902400" cy="720000"/>
      </dsp:txXfrm>
    </dsp:sp>
    <dsp:sp modelId="{5A56100F-BEBC-4F1B-B4BC-3840B7499DD9}">
      <dsp:nvSpPr>
        <dsp:cNvPr id="0" name=""/>
        <dsp:cNvSpPr/>
      </dsp:nvSpPr>
      <dsp:spPr>
        <a:xfrm>
          <a:off x="840520" y="2749865"/>
          <a:ext cx="1160464" cy="1160464"/>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334FFF-C589-4656-9483-AD4A8D15A310}">
      <dsp:nvSpPr>
        <dsp:cNvPr id="0" name=""/>
        <dsp:cNvSpPr/>
      </dsp:nvSpPr>
      <dsp:spPr>
        <a:xfrm>
          <a:off x="1087832" y="2997177"/>
          <a:ext cx="665840" cy="6658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EACBF3F-3372-4B1F-8A26-E7ADA8D9E90D}">
      <dsp:nvSpPr>
        <dsp:cNvPr id="0" name=""/>
        <dsp:cNvSpPr/>
      </dsp:nvSpPr>
      <dsp:spPr>
        <a:xfrm>
          <a:off x="469552" y="4271786"/>
          <a:ext cx="19024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b="0" kern="1200" baseline="0"/>
            <a:t>Problem space</a:t>
          </a:r>
          <a:endParaRPr lang="en-US" sz="1800" kern="1200"/>
        </a:p>
      </dsp:txBody>
      <dsp:txXfrm>
        <a:off x="469552" y="4271786"/>
        <a:ext cx="1902400" cy="720000"/>
      </dsp:txXfrm>
    </dsp:sp>
    <dsp:sp modelId="{4A097BDF-E36F-40D3-BBDC-4F93A06C8D69}">
      <dsp:nvSpPr>
        <dsp:cNvPr id="0" name=""/>
        <dsp:cNvSpPr/>
      </dsp:nvSpPr>
      <dsp:spPr>
        <a:xfrm>
          <a:off x="3075841" y="2749865"/>
          <a:ext cx="1160464" cy="1160464"/>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0BA5AB-7651-4C6C-8865-2F92F0CEFB6D}">
      <dsp:nvSpPr>
        <dsp:cNvPr id="0" name=""/>
        <dsp:cNvSpPr/>
      </dsp:nvSpPr>
      <dsp:spPr>
        <a:xfrm>
          <a:off x="3323153" y="2997177"/>
          <a:ext cx="665840" cy="6658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1620A6-0CD6-48B6-B984-E2B4998F8A6B}">
      <dsp:nvSpPr>
        <dsp:cNvPr id="0" name=""/>
        <dsp:cNvSpPr/>
      </dsp:nvSpPr>
      <dsp:spPr>
        <a:xfrm>
          <a:off x="2704873" y="4271786"/>
          <a:ext cx="19024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b="0" kern="1200" baseline="0"/>
            <a:t>Audience</a:t>
          </a:r>
          <a:endParaRPr lang="en-US" sz="1800" kern="1200"/>
        </a:p>
      </dsp:txBody>
      <dsp:txXfrm>
        <a:off x="2704873" y="4271786"/>
        <a:ext cx="19024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69F6F2-EEFD-4E63-8725-EABF7D51DA80}">
      <dsp:nvSpPr>
        <dsp:cNvPr id="0" name=""/>
        <dsp:cNvSpPr/>
      </dsp:nvSpPr>
      <dsp:spPr>
        <a:xfrm>
          <a:off x="643" y="1240012"/>
          <a:ext cx="2342451" cy="11712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0" kern="1200" baseline="0"/>
            <a:t>Goal formulation</a:t>
          </a:r>
          <a:endParaRPr lang="en-US" sz="2300" kern="1200"/>
        </a:p>
      </dsp:txBody>
      <dsp:txXfrm>
        <a:off x="34947" y="1274316"/>
        <a:ext cx="2273843" cy="1102617"/>
      </dsp:txXfrm>
    </dsp:sp>
    <dsp:sp modelId="{CF020CCD-4849-457D-BDB9-4B84BE7678CE}">
      <dsp:nvSpPr>
        <dsp:cNvPr id="0" name=""/>
        <dsp:cNvSpPr/>
      </dsp:nvSpPr>
      <dsp:spPr>
        <a:xfrm>
          <a:off x="2928708" y="1240012"/>
          <a:ext cx="2342451" cy="11712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0" kern="1200" baseline="0"/>
            <a:t>Technical hurdle</a:t>
          </a:r>
          <a:endParaRPr lang="en-US" sz="2300" kern="1200"/>
        </a:p>
      </dsp:txBody>
      <dsp:txXfrm>
        <a:off x="2963012" y="1274316"/>
        <a:ext cx="2273843" cy="11026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7CE84-FF66-4CC0-890B-CDE2B03DCB42}">
      <dsp:nvSpPr>
        <dsp:cNvPr id="0" name=""/>
        <dsp:cNvSpPr/>
      </dsp:nvSpPr>
      <dsp:spPr>
        <a:xfrm>
          <a:off x="1544" y="1417299"/>
          <a:ext cx="1102754" cy="700248"/>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E1AC4B0A-7AD9-4AF4-91BD-D6A75B4CB329}">
      <dsp:nvSpPr>
        <dsp:cNvPr id="0" name=""/>
        <dsp:cNvSpPr/>
      </dsp:nvSpPr>
      <dsp:spPr>
        <a:xfrm>
          <a:off x="124072" y="1533701"/>
          <a:ext cx="1102754" cy="700248"/>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defRPr cap="all"/>
          </a:pPr>
          <a:r>
            <a:rPr lang="en-US" sz="1500" b="0" kern="1200" baseline="0">
              <a:latin typeface="Meiryo"/>
            </a:rPr>
            <a:t>Seed</a:t>
          </a:r>
          <a:endParaRPr lang="en-US" sz="1500" kern="1200"/>
        </a:p>
      </dsp:txBody>
      <dsp:txXfrm>
        <a:off x="144582" y="1554211"/>
        <a:ext cx="1061734" cy="659228"/>
      </dsp:txXfrm>
    </dsp:sp>
    <dsp:sp modelId="{60F85F01-C4D6-4924-A6DD-E2B6DF81CAA8}">
      <dsp:nvSpPr>
        <dsp:cNvPr id="0" name=""/>
        <dsp:cNvSpPr/>
      </dsp:nvSpPr>
      <dsp:spPr>
        <a:xfrm>
          <a:off x="1349355" y="1417299"/>
          <a:ext cx="1102754" cy="700248"/>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A3F59D4B-BC67-4DBA-B674-36F553881037}">
      <dsp:nvSpPr>
        <dsp:cNvPr id="0" name=""/>
        <dsp:cNvSpPr/>
      </dsp:nvSpPr>
      <dsp:spPr>
        <a:xfrm>
          <a:off x="1471883" y="1533701"/>
          <a:ext cx="1102754" cy="700248"/>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defRPr cap="all"/>
          </a:pPr>
          <a:r>
            <a:rPr lang="en-US" sz="1500" kern="1200">
              <a:latin typeface="Meiryo"/>
            </a:rPr>
            <a:t>Prompt</a:t>
          </a:r>
        </a:p>
      </dsp:txBody>
      <dsp:txXfrm>
        <a:off x="1492393" y="1554211"/>
        <a:ext cx="1061734" cy="659228"/>
      </dsp:txXfrm>
    </dsp:sp>
    <dsp:sp modelId="{6DE52E8D-4564-4ED1-88A6-DCFA950ACC13}">
      <dsp:nvSpPr>
        <dsp:cNvPr id="0" name=""/>
        <dsp:cNvSpPr/>
      </dsp:nvSpPr>
      <dsp:spPr>
        <a:xfrm>
          <a:off x="2697166" y="1417299"/>
          <a:ext cx="1102754" cy="700248"/>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982CBFF8-E7D0-4A39-BE80-18ACC177C3C5}">
      <dsp:nvSpPr>
        <dsp:cNvPr id="0" name=""/>
        <dsp:cNvSpPr/>
      </dsp:nvSpPr>
      <dsp:spPr>
        <a:xfrm>
          <a:off x="2819694" y="1533701"/>
          <a:ext cx="1102754" cy="700248"/>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defRPr cap="all"/>
          </a:pPr>
          <a:r>
            <a:rPr lang="en-US" sz="1500" kern="1200">
              <a:latin typeface="Meiryo"/>
            </a:rPr>
            <a:t>Toolbox</a:t>
          </a:r>
        </a:p>
      </dsp:txBody>
      <dsp:txXfrm>
        <a:off x="2840204" y="1554211"/>
        <a:ext cx="1061734" cy="659228"/>
      </dsp:txXfrm>
    </dsp:sp>
    <dsp:sp modelId="{892D7CA6-94E0-4B8A-B44F-B9059AFF4D6A}">
      <dsp:nvSpPr>
        <dsp:cNvPr id="0" name=""/>
        <dsp:cNvSpPr/>
      </dsp:nvSpPr>
      <dsp:spPr>
        <a:xfrm>
          <a:off x="4044976" y="1417299"/>
          <a:ext cx="1102754" cy="700248"/>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5C252DA1-9EE0-4FCF-8BD1-75E2414F2C30}">
      <dsp:nvSpPr>
        <dsp:cNvPr id="0" name=""/>
        <dsp:cNvSpPr/>
      </dsp:nvSpPr>
      <dsp:spPr>
        <a:xfrm>
          <a:off x="4167505" y="1533701"/>
          <a:ext cx="1102754" cy="700248"/>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defRPr cap="all"/>
          </a:pPr>
          <a:r>
            <a:rPr lang="en-US" sz="1500" kern="1200">
              <a:latin typeface="Meiryo"/>
            </a:rPr>
            <a:t>Tools</a:t>
          </a:r>
        </a:p>
      </dsp:txBody>
      <dsp:txXfrm>
        <a:off x="4188015" y="1554211"/>
        <a:ext cx="1061734" cy="65922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564201-804A-4133-9067-4E3D7E913EF3}">
      <dsp:nvSpPr>
        <dsp:cNvPr id="0" name=""/>
        <dsp:cNvSpPr/>
      </dsp:nvSpPr>
      <dsp:spPr>
        <a:xfrm>
          <a:off x="1140" y="1728169"/>
          <a:ext cx="2411988" cy="156779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defRPr cap="all"/>
          </a:pPr>
          <a:r>
            <a:rPr lang="en-US" sz="2600" b="0" kern="1200" baseline="0"/>
            <a:t>On-boarding</a:t>
          </a:r>
          <a:endParaRPr lang="en-US" sz="2600" kern="1200"/>
        </a:p>
      </dsp:txBody>
      <dsp:txXfrm>
        <a:off x="77673" y="1804702"/>
        <a:ext cx="2258922" cy="1414726"/>
      </dsp:txXfrm>
    </dsp:sp>
    <dsp:sp modelId="{833AEF80-60FF-4AB7-90B2-55880CC6A111}">
      <dsp:nvSpPr>
        <dsp:cNvPr id="0" name=""/>
        <dsp:cNvSpPr/>
      </dsp:nvSpPr>
      <dsp:spPr>
        <a:xfrm>
          <a:off x="1207134" y="1180786"/>
          <a:ext cx="2662557" cy="2662557"/>
        </a:xfrm>
        <a:custGeom>
          <a:avLst/>
          <a:gdLst/>
          <a:ahLst/>
          <a:cxnLst/>
          <a:rect l="0" t="0" r="0" b="0"/>
          <a:pathLst>
            <a:path>
              <a:moveTo>
                <a:pt x="268074" y="530091"/>
              </a:moveTo>
              <a:arcTo wR="1331278" hR="1331278" stAng="13020011" swAng="6359977"/>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E71A107-4400-4C33-AD26-B922FFD76128}">
      <dsp:nvSpPr>
        <dsp:cNvPr id="0" name=""/>
        <dsp:cNvSpPr/>
      </dsp:nvSpPr>
      <dsp:spPr>
        <a:xfrm>
          <a:off x="2663697" y="1728169"/>
          <a:ext cx="2411988" cy="1567792"/>
        </a:xfrm>
        <a:prstGeom prst="roundRect">
          <a:avLst/>
        </a:prstGeom>
        <a:solidFill>
          <a:schemeClr val="accent2">
            <a:hueOff val="-796883"/>
            <a:satOff val="12770"/>
            <a:lumOff val="1156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defRPr cap="all"/>
          </a:pPr>
          <a:r>
            <a:rPr lang="en-US" sz="2600" b="0" kern="1200" baseline="0"/>
            <a:t>Support</a:t>
          </a:r>
          <a:endParaRPr lang="en-US" sz="2600" kern="1200"/>
        </a:p>
      </dsp:txBody>
      <dsp:txXfrm>
        <a:off x="2740230" y="1804702"/>
        <a:ext cx="2258922" cy="1414726"/>
      </dsp:txXfrm>
    </dsp:sp>
    <dsp:sp modelId="{B4F9A463-D0EB-49B2-81F1-CD60E51F7ED9}">
      <dsp:nvSpPr>
        <dsp:cNvPr id="0" name=""/>
        <dsp:cNvSpPr/>
      </dsp:nvSpPr>
      <dsp:spPr>
        <a:xfrm>
          <a:off x="1207134" y="1180786"/>
          <a:ext cx="2662557" cy="2662557"/>
        </a:xfrm>
        <a:custGeom>
          <a:avLst/>
          <a:gdLst/>
          <a:ahLst/>
          <a:cxnLst/>
          <a:rect l="0" t="0" r="0" b="0"/>
          <a:pathLst>
            <a:path>
              <a:moveTo>
                <a:pt x="2394482" y="2132465"/>
              </a:moveTo>
              <a:arcTo wR="1331278" hR="1331278" stAng="2220011" swAng="6359977"/>
            </a:path>
          </a:pathLst>
        </a:custGeom>
        <a:noFill/>
        <a:ln w="9525" cap="flat" cmpd="sng" algn="ctr">
          <a:solidFill>
            <a:schemeClr val="accent2">
              <a:hueOff val="-796883"/>
              <a:satOff val="12770"/>
              <a:lumOff val="11569"/>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EC1F27-8A2B-4227-9CEC-6DDF5B8DD8DE}">
      <dsp:nvSpPr>
        <dsp:cNvPr id="0" name=""/>
        <dsp:cNvSpPr/>
      </dsp:nvSpPr>
      <dsp:spPr>
        <a:xfrm>
          <a:off x="840520" y="32344"/>
          <a:ext cx="1160464" cy="1160464"/>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8C5D66-7CF8-4448-9509-31AF1F4CED44}">
      <dsp:nvSpPr>
        <dsp:cNvPr id="0" name=""/>
        <dsp:cNvSpPr/>
      </dsp:nvSpPr>
      <dsp:spPr>
        <a:xfrm>
          <a:off x="1087832" y="279656"/>
          <a:ext cx="665840" cy="6658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47802C-046C-4897-AE23-A26864C822A3}">
      <dsp:nvSpPr>
        <dsp:cNvPr id="0" name=""/>
        <dsp:cNvSpPr/>
      </dsp:nvSpPr>
      <dsp:spPr>
        <a:xfrm>
          <a:off x="469552" y="1554265"/>
          <a:ext cx="19024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0" kern="1200" baseline="0"/>
            <a:t>Timing</a:t>
          </a:r>
          <a:endParaRPr lang="en-US" sz="1800" kern="1200"/>
        </a:p>
      </dsp:txBody>
      <dsp:txXfrm>
        <a:off x="469552" y="1554265"/>
        <a:ext cx="1902400" cy="720000"/>
      </dsp:txXfrm>
    </dsp:sp>
    <dsp:sp modelId="{0A8B3AA0-BA53-4803-A3EB-8F2A3FC07FC0}">
      <dsp:nvSpPr>
        <dsp:cNvPr id="0" name=""/>
        <dsp:cNvSpPr/>
      </dsp:nvSpPr>
      <dsp:spPr>
        <a:xfrm>
          <a:off x="3075841" y="32344"/>
          <a:ext cx="1160464" cy="1160464"/>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F0EDF9-206D-484F-9AF8-18920C44B269}">
      <dsp:nvSpPr>
        <dsp:cNvPr id="0" name=""/>
        <dsp:cNvSpPr/>
      </dsp:nvSpPr>
      <dsp:spPr>
        <a:xfrm>
          <a:off x="3323153" y="279656"/>
          <a:ext cx="665840" cy="6658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BAABD48-D16D-47E9-BEBF-E0668B5AABF5}">
      <dsp:nvSpPr>
        <dsp:cNvPr id="0" name=""/>
        <dsp:cNvSpPr/>
      </dsp:nvSpPr>
      <dsp:spPr>
        <a:xfrm>
          <a:off x="2704873" y="1554265"/>
          <a:ext cx="19024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0" kern="1200" baseline="0"/>
            <a:t>Location</a:t>
          </a:r>
          <a:endParaRPr lang="en-US" sz="1800" kern="1200"/>
        </a:p>
      </dsp:txBody>
      <dsp:txXfrm>
        <a:off x="2704873" y="1554265"/>
        <a:ext cx="1902400" cy="720000"/>
      </dsp:txXfrm>
    </dsp:sp>
    <dsp:sp modelId="{A08DB22D-DF3C-4B98-91BE-37C762BDE535}">
      <dsp:nvSpPr>
        <dsp:cNvPr id="0" name=""/>
        <dsp:cNvSpPr/>
      </dsp:nvSpPr>
      <dsp:spPr>
        <a:xfrm>
          <a:off x="840520" y="2749865"/>
          <a:ext cx="1160464" cy="1160464"/>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B30589-D736-4122-A1ED-AC67C513562C}">
      <dsp:nvSpPr>
        <dsp:cNvPr id="0" name=""/>
        <dsp:cNvSpPr/>
      </dsp:nvSpPr>
      <dsp:spPr>
        <a:xfrm>
          <a:off x="1087832" y="2997177"/>
          <a:ext cx="665840" cy="6658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DBF6DB3-B925-4AD6-A2A7-762DDB4C6650}">
      <dsp:nvSpPr>
        <dsp:cNvPr id="0" name=""/>
        <dsp:cNvSpPr/>
      </dsp:nvSpPr>
      <dsp:spPr>
        <a:xfrm>
          <a:off x="469552" y="4271786"/>
          <a:ext cx="19024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0" kern="1200" baseline="0"/>
            <a:t>Introduction</a:t>
          </a:r>
          <a:endParaRPr lang="en-US" sz="1800" kern="1200"/>
        </a:p>
      </dsp:txBody>
      <dsp:txXfrm>
        <a:off x="469552" y="4271786"/>
        <a:ext cx="1902400" cy="720000"/>
      </dsp:txXfrm>
    </dsp:sp>
    <dsp:sp modelId="{23D651A8-2743-4594-99CD-D410ED9AC2ED}">
      <dsp:nvSpPr>
        <dsp:cNvPr id="0" name=""/>
        <dsp:cNvSpPr/>
      </dsp:nvSpPr>
      <dsp:spPr>
        <a:xfrm>
          <a:off x="3075841" y="2749865"/>
          <a:ext cx="1160464" cy="1160464"/>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6BE7E5-7CFC-47E0-A262-C062F6E01915}">
      <dsp:nvSpPr>
        <dsp:cNvPr id="0" name=""/>
        <dsp:cNvSpPr/>
      </dsp:nvSpPr>
      <dsp:spPr>
        <a:xfrm>
          <a:off x="3323153" y="2997177"/>
          <a:ext cx="665840" cy="66584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B34DE0-76DF-4481-BD93-E7C3A637D405}">
      <dsp:nvSpPr>
        <dsp:cNvPr id="0" name=""/>
        <dsp:cNvSpPr/>
      </dsp:nvSpPr>
      <dsp:spPr>
        <a:xfrm>
          <a:off x="2704873" y="4271786"/>
          <a:ext cx="19024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0" kern="1200" baseline="0"/>
            <a:t>Monitoring</a:t>
          </a:r>
          <a:endParaRPr lang="en-US" sz="1800" kern="1200"/>
        </a:p>
      </dsp:txBody>
      <dsp:txXfrm>
        <a:off x="2704873" y="4271786"/>
        <a:ext cx="19024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038905-1524-473A-8FDB-BC288AFD67E2}" type="datetimeFigureOut">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1DF1C0-2475-44D1-9CD6-0B4AFE90CD4D}" type="slidenum">
              <a:t>‹#›</a:t>
            </a:fld>
            <a:endParaRPr lang="en-US"/>
          </a:p>
        </p:txBody>
      </p:sp>
    </p:spTree>
    <p:extLst>
      <p:ext uri="{BB962C8B-B14F-4D97-AF65-F5344CB8AC3E}">
        <p14:creationId xmlns:p14="http://schemas.microsoft.com/office/powerpoint/2010/main" val="1036800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Prompt: use the U&amp;I kit to prototype UI website designs in a group.</a:t>
            </a:r>
          </a:p>
          <a:p>
            <a:r>
              <a:rPr lang="en-US">
                <a:ea typeface="Calibri"/>
                <a:cs typeface="Calibri"/>
              </a:rPr>
              <a:t>Seed: cards with individual site elements on them. For example, card with an image of a product on it, or blank cards which people can write on.</a:t>
            </a:r>
          </a:p>
          <a:p>
            <a:r>
              <a:rPr lang="en-US" dirty="0">
                <a:ea typeface="Calibri"/>
                <a:cs typeface="Calibri"/>
              </a:rPr>
              <a:t>Toolbox: </a:t>
            </a:r>
            <a:r>
              <a:rPr lang="en-US" dirty="0" err="1">
                <a:ea typeface="Calibri"/>
                <a:cs typeface="Calibri"/>
              </a:rPr>
              <a:t>Plasticised</a:t>
            </a:r>
            <a:r>
              <a:rPr lang="en-US" dirty="0">
                <a:ea typeface="Calibri"/>
                <a:cs typeface="Calibri"/>
              </a:rPr>
              <a:t> papers with magnets to write on, Unity application that can scan the papers and translate them to website code.</a:t>
            </a:r>
          </a:p>
          <a:p>
            <a:r>
              <a:rPr lang="en-US">
                <a:ea typeface="Calibri"/>
                <a:cs typeface="Calibri"/>
              </a:rPr>
              <a:t>Tools: A phone for scanning</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11DF1C0-2475-44D1-9CD6-0B4AFE90CD4D}" type="slidenum">
              <a:t>4</a:t>
            </a:fld>
            <a:endParaRPr lang="en-US"/>
          </a:p>
        </p:txBody>
      </p:sp>
    </p:spTree>
    <p:extLst>
      <p:ext uri="{BB962C8B-B14F-4D97-AF65-F5344CB8AC3E}">
        <p14:creationId xmlns:p14="http://schemas.microsoft.com/office/powerpoint/2010/main" val="421440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Introduction presentation given to introduce people to the concept</a:t>
            </a:r>
          </a:p>
          <a:p>
            <a:r>
              <a:rPr lang="en-US" dirty="0">
                <a:ea typeface="Calibri"/>
                <a:cs typeface="Calibri"/>
              </a:rPr>
              <a:t>Simple guide for the application, likely part of presentation</a:t>
            </a:r>
          </a:p>
          <a:p>
            <a:r>
              <a:rPr lang="en-US" dirty="0">
                <a:ea typeface="Calibri"/>
                <a:cs typeface="Calibri"/>
              </a:rPr>
              <a:t>1 facilitator who instructs and walks around to make sure people aren't getting stuck.</a:t>
            </a:r>
          </a:p>
        </p:txBody>
      </p:sp>
      <p:sp>
        <p:nvSpPr>
          <p:cNvPr id="4" name="Slide Number Placeholder 3"/>
          <p:cNvSpPr>
            <a:spLocks noGrp="1"/>
          </p:cNvSpPr>
          <p:nvPr>
            <p:ph type="sldNum" sz="quarter" idx="5"/>
          </p:nvPr>
        </p:nvSpPr>
        <p:spPr/>
        <p:txBody>
          <a:bodyPr/>
          <a:lstStyle/>
          <a:p>
            <a:fld id="{511DF1C0-2475-44D1-9CD6-0B4AFE90CD4D}" type="slidenum">
              <a:t>5</a:t>
            </a:fld>
            <a:endParaRPr lang="en-US"/>
          </a:p>
        </p:txBody>
      </p:sp>
    </p:spTree>
    <p:extLst>
      <p:ext uri="{BB962C8B-B14F-4D97-AF65-F5344CB8AC3E}">
        <p14:creationId xmlns:p14="http://schemas.microsoft.com/office/powerpoint/2010/main" val="2784061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5-minute introduction – 20-minute website creation – 15-minute show &amp; tell </a:t>
            </a:r>
          </a:p>
          <a:p>
            <a:r>
              <a:rPr lang="en-US" dirty="0"/>
              <a:t>One table per group, each group a box of cards, more cards in the </a:t>
            </a:r>
            <a:r>
              <a:rPr lang="en-US" dirty="0" err="1"/>
              <a:t>centre</a:t>
            </a:r>
            <a:r>
              <a:rPr lang="en-US" dirty="0"/>
              <a:t> if need be, one big screen per group to show the website design to the whole group </a:t>
            </a:r>
            <a:endParaRPr lang="en-US" dirty="0">
              <a:ea typeface="Calibri"/>
              <a:cs typeface="Calibri"/>
            </a:endParaRPr>
          </a:p>
          <a:p>
            <a:r>
              <a:rPr lang="en-US" dirty="0">
                <a:ea typeface="Calibri"/>
                <a:cs typeface="Calibri"/>
              </a:rPr>
              <a:t>Instruction: </a:t>
            </a:r>
            <a:r>
              <a:rPr lang="en-US" dirty="0"/>
              <a:t>Welcome to our website design session! The goal is to use all the tools around you to build a website design which fits your wishes. We will show how you can use the different tools and then it’s up to you to unleash your creativity and come up with the creasiest website designs. (NOW EXPLAIN THE DIFFERENT TOOLS) </a:t>
            </a:r>
            <a:endParaRPr lang="en-US"/>
          </a:p>
          <a:p>
            <a:r>
              <a:rPr lang="en-US" dirty="0">
                <a:ea typeface="Calibri"/>
                <a:cs typeface="Calibri"/>
              </a:rPr>
              <a:t>Monitoring: </a:t>
            </a:r>
            <a:r>
              <a:rPr lang="en-US" dirty="0"/>
              <a:t>Supervisor looks for people struggling with the technology. Commonly, don't hide the </a:t>
            </a:r>
            <a:r>
              <a:rPr lang="en-US" dirty="0" err="1"/>
              <a:t>ArUco</a:t>
            </a:r>
            <a:r>
              <a:rPr lang="en-US" dirty="0"/>
              <a:t> codes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11DF1C0-2475-44D1-9CD6-0B4AFE90CD4D}" type="slidenum">
              <a:t>6</a:t>
            </a:fld>
            <a:endParaRPr lang="en-US"/>
          </a:p>
        </p:txBody>
      </p:sp>
    </p:spTree>
    <p:extLst>
      <p:ext uri="{BB962C8B-B14F-4D97-AF65-F5344CB8AC3E}">
        <p14:creationId xmlns:p14="http://schemas.microsoft.com/office/powerpoint/2010/main" val="1071643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3/16/2026</a:t>
            </a:fld>
            <a:endParaRPr lang="en-US"/>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1775024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3/16/2026</a:t>
            </a:fld>
            <a:endParaRPr lang="en-US"/>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3911697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3/16/2026</a:t>
            </a:fld>
            <a:endParaRPr lang="en-US"/>
          </a:p>
        </p:txBody>
      </p:sp>
    </p:spTree>
    <p:extLst>
      <p:ext uri="{BB962C8B-B14F-4D97-AF65-F5344CB8AC3E}">
        <p14:creationId xmlns:p14="http://schemas.microsoft.com/office/powerpoint/2010/main" val="3658040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3/16/2026</a:t>
            </a:fld>
            <a:endParaRPr lang="en-US"/>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192716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3/16/2026</a:t>
            </a:fld>
            <a:endParaRPr lang="en-US"/>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84297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3/16/2026</a:t>
            </a:fld>
            <a:endParaRPr lang="en-US"/>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4816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3/16/2026</a:t>
            </a:fld>
            <a:endParaRPr lang="en-US"/>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495775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3/16/2026</a:t>
            </a:fld>
            <a:endParaRPr lang="en-US"/>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1808803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3/16/2026</a:t>
            </a:fld>
            <a:endParaRPr lang="en-US"/>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658215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3/16/2026</a:t>
            </a:fld>
            <a:endParaRPr lang="en-US"/>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1109354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3/16/2026</a:t>
            </a:fld>
            <a:endParaRPr lang="en-US"/>
          </a:p>
        </p:txBody>
      </p:sp>
      <p:sp>
        <p:nvSpPr>
          <p:cNvPr id="5" name="Footer Placeholder 4"/>
          <p:cNvSpPr>
            <a:spLocks noGrp="1"/>
          </p:cNvSpPr>
          <p:nvPr>
            <p:ph type="ftr" sz="quarter" idx="11"/>
          </p:nvPr>
        </p:nvSpPr>
        <p:spPr>
          <a:xfrm>
            <a:off x="2933699" y="6296615"/>
            <a:ext cx="5959577" cy="365125"/>
          </a:xfrm>
        </p:spPr>
        <p:txBody>
          <a:bodyPr/>
          <a:lstStyle/>
          <a:p>
            <a:endParaRPr lang="en-US"/>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5923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3/16/2026</a:t>
            </a:fld>
            <a:endParaRPr lang="en-US"/>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7004152"/>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23" r:id="rId5"/>
    <p:sldLayoutId id="2147483728" r:id="rId6"/>
    <p:sldLayoutId id="2147483724" r:id="rId7"/>
    <p:sldLayoutId id="2147483725" r:id="rId8"/>
    <p:sldLayoutId id="2147483726" r:id="rId9"/>
    <p:sldLayoutId id="2147483727" r:id="rId10"/>
    <p:sldLayoutId id="2147483729"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Layout" Target="../diagrams/layout1.xml"/><Relationship Id="rId7"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8.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9.png"/><Relationship Id="rId7" Type="http://schemas.openxmlformats.org/officeDocument/2006/relationships/diagramColors" Target="../diagrams/colors3.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C8EEB0F-BA72-49AC-956F-331B60FDE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16" name="Picture 15">
            <a:extLst>
              <a:ext uri="{FF2B5EF4-FFF2-40B4-BE49-F238E27FC236}">
                <a16:creationId xmlns:a16="http://schemas.microsoft.com/office/drawing/2014/main" id="{20BB0154-7832-9FF1-1BA5-B3207FC64416}"/>
              </a:ext>
            </a:extLst>
          </p:cNvPr>
          <p:cNvPicPr>
            <a:picLocks noChangeAspect="1"/>
          </p:cNvPicPr>
          <p:nvPr/>
        </p:nvPicPr>
        <p:blipFill>
          <a:blip r:embed="rId2"/>
          <a:srcRect t="18778" r="6" b="6208"/>
          <a:stretch>
            <a:fillRect/>
          </a:stretch>
        </p:blipFill>
        <p:spPr>
          <a:xfrm>
            <a:off x="1524" y="10"/>
            <a:ext cx="12188952" cy="6857990"/>
          </a:xfrm>
          <a:prstGeom prst="rect">
            <a:avLst/>
          </a:prstGeom>
        </p:spPr>
      </p:pic>
      <p:grpSp>
        <p:nvGrpSpPr>
          <p:cNvPr id="17" name="Group 16">
            <a:extLst>
              <a:ext uri="{FF2B5EF4-FFF2-40B4-BE49-F238E27FC236}">
                <a16:creationId xmlns:a16="http://schemas.microsoft.com/office/drawing/2014/main" id="{FB8CE58F-407C-497E-B723-21FD8C6D35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09937" y="721297"/>
            <a:ext cx="5565913" cy="5415406"/>
            <a:chOff x="797792" y="912854"/>
            <a:chExt cx="5298208" cy="5032292"/>
          </a:xfrm>
        </p:grpSpPr>
        <p:sp>
          <p:nvSpPr>
            <p:cNvPr id="12" name="Freeform: Shape 11">
              <a:extLst>
                <a:ext uri="{FF2B5EF4-FFF2-40B4-BE49-F238E27FC236}">
                  <a16:creationId xmlns:a16="http://schemas.microsoft.com/office/drawing/2014/main" id="{1BE70332-ECAF-47BB-8C7B-BD049452F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1439" y="1056388"/>
              <a:ext cx="4968823" cy="4748064"/>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rgbClr val="FFFFFF">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716D9361-A35A-4DC8-AAB9-04FD2D6FEE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7792" y="912854"/>
              <a:ext cx="5298208" cy="503229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7FC31AD-FBB3-4219-A758-D6F7594A0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3671" y="1232452"/>
              <a:ext cx="4715122" cy="4439901"/>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709463" y="406092"/>
            <a:ext cx="4181444" cy="2362673"/>
          </a:xfrm>
        </p:spPr>
        <p:txBody>
          <a:bodyPr anchor="b">
            <a:normAutofit/>
          </a:bodyPr>
          <a:lstStyle/>
          <a:p>
            <a:pPr>
              <a:lnSpc>
                <a:spcPct val="110000"/>
              </a:lnSpc>
            </a:pPr>
            <a:r>
              <a:rPr lang="en-US" sz="8800"/>
              <a:t>U</a:t>
            </a:r>
            <a:r>
              <a:rPr lang="en-US" sz="1800"/>
              <a:t>&amp;</a:t>
            </a:r>
            <a:r>
              <a:rPr lang="en-US" sz="8800"/>
              <a:t>I</a:t>
            </a:r>
            <a:br>
              <a:rPr lang="en-US" sz="3400"/>
            </a:br>
            <a:r>
              <a:rPr lang="en-US" sz="2700">
                <a:solidFill>
                  <a:schemeClr val="tx2"/>
                </a:solidFill>
              </a:rPr>
              <a:t>UI wireframe cards</a:t>
            </a:r>
            <a:endParaRPr lang="en-US" sz="2700">
              <a:solidFill>
                <a:schemeClr val="tx2"/>
              </a:solidFill>
              <a:ea typeface="Meiryo"/>
            </a:endParaRPr>
          </a:p>
        </p:txBody>
      </p:sp>
      <p:sp>
        <p:nvSpPr>
          <p:cNvPr id="3" name="Subtitle 2"/>
          <p:cNvSpPr>
            <a:spLocks noGrp="1"/>
          </p:cNvSpPr>
          <p:nvPr>
            <p:ph type="subTitle" idx="1"/>
          </p:nvPr>
        </p:nvSpPr>
        <p:spPr>
          <a:xfrm>
            <a:off x="712542" y="3228840"/>
            <a:ext cx="3283888" cy="3260450"/>
          </a:xfrm>
        </p:spPr>
        <p:txBody>
          <a:bodyPr vert="horz" lIns="91440" tIns="45720" rIns="91440" bIns="45720" rtlCol="0" anchor="t">
            <a:normAutofit lnSpcReduction="10000"/>
          </a:bodyPr>
          <a:lstStyle/>
          <a:p>
            <a:r>
              <a:rPr lang="en-GB" sz="1800" b="1">
                <a:solidFill>
                  <a:schemeClr val="tx1">
                    <a:lumMod val="75000"/>
                    <a:lumOff val="25000"/>
                  </a:schemeClr>
                </a:solidFill>
                <a:latin typeface="Aptos"/>
              </a:rPr>
              <a:t>Group 1</a:t>
            </a:r>
            <a:endParaRPr lang="en-US" sz="1800" b="1">
              <a:solidFill>
                <a:schemeClr val="tx1">
                  <a:lumMod val="75000"/>
                  <a:lumOff val="25000"/>
                </a:schemeClr>
              </a:solidFill>
              <a:latin typeface="Aptos"/>
            </a:endParaRPr>
          </a:p>
          <a:p>
            <a:r>
              <a:rPr lang="en-GB" sz="1800">
                <a:solidFill>
                  <a:schemeClr val="tx1">
                    <a:lumMod val="75000"/>
                    <a:lumOff val="25000"/>
                  </a:schemeClr>
                </a:solidFill>
                <a:latin typeface="Aptos"/>
              </a:rPr>
              <a:t>J.H. </a:t>
            </a:r>
            <a:r>
              <a:rPr lang="en-GB" sz="1800" err="1">
                <a:solidFill>
                  <a:schemeClr val="tx1">
                    <a:lumMod val="75000"/>
                    <a:lumOff val="25000"/>
                  </a:schemeClr>
                </a:solidFill>
                <a:latin typeface="Aptos"/>
              </a:rPr>
              <a:t>Bussemaker</a:t>
            </a:r>
          </a:p>
          <a:p>
            <a:r>
              <a:rPr lang="en-GB" sz="1800">
                <a:solidFill>
                  <a:schemeClr val="tx1">
                    <a:lumMod val="75000"/>
                    <a:lumOff val="25000"/>
                  </a:schemeClr>
                </a:solidFill>
                <a:latin typeface="Aptos"/>
              </a:rPr>
              <a:t>M.A. </a:t>
            </a:r>
            <a:r>
              <a:rPr lang="en-GB" sz="1800" err="1">
                <a:solidFill>
                  <a:schemeClr val="tx1">
                    <a:lumMod val="75000"/>
                    <a:lumOff val="25000"/>
                  </a:schemeClr>
                </a:solidFill>
                <a:latin typeface="Aptos"/>
              </a:rPr>
              <a:t>Dijkman</a:t>
            </a:r>
            <a:endParaRPr lang="en-US" sz="1800" err="1">
              <a:solidFill>
                <a:schemeClr val="tx1">
                  <a:lumMod val="75000"/>
                  <a:lumOff val="25000"/>
                </a:schemeClr>
              </a:solidFill>
              <a:latin typeface="Aptos"/>
            </a:endParaRPr>
          </a:p>
          <a:p>
            <a:r>
              <a:rPr lang="en-GB" sz="1800">
                <a:solidFill>
                  <a:schemeClr val="tx1">
                    <a:lumMod val="75000"/>
                    <a:lumOff val="25000"/>
                  </a:schemeClr>
                </a:solidFill>
                <a:latin typeface="Aptos"/>
              </a:rPr>
              <a:t>A.L. van Esch</a:t>
            </a:r>
          </a:p>
          <a:p>
            <a:r>
              <a:rPr lang="en-GB" sz="1800">
                <a:solidFill>
                  <a:schemeClr val="tx1">
                    <a:lumMod val="75000"/>
                    <a:lumOff val="25000"/>
                  </a:schemeClr>
                </a:solidFill>
                <a:latin typeface="Aptos"/>
              </a:rPr>
              <a:t>E.T.C. Janus</a:t>
            </a:r>
            <a:endParaRPr lang="en-US" sz="1800">
              <a:solidFill>
                <a:schemeClr val="tx1">
                  <a:lumMod val="75000"/>
                  <a:lumOff val="25000"/>
                </a:schemeClr>
              </a:solidFill>
              <a:latin typeface="Aptos"/>
            </a:endParaRPr>
          </a:p>
          <a:p>
            <a:r>
              <a:rPr lang="en-GB" sz="1800">
                <a:solidFill>
                  <a:schemeClr val="tx1">
                    <a:lumMod val="75000"/>
                    <a:lumOff val="25000"/>
                  </a:schemeClr>
                </a:solidFill>
                <a:latin typeface="Aptos"/>
              </a:rPr>
              <a:t>S.R. Liebe</a:t>
            </a:r>
          </a:p>
          <a:p>
            <a:r>
              <a:rPr lang="en-GB" sz="1800">
                <a:solidFill>
                  <a:schemeClr val="tx1">
                    <a:lumMod val="75000"/>
                    <a:lumOff val="25000"/>
                  </a:schemeClr>
                </a:solidFill>
                <a:latin typeface="Aptos"/>
              </a:rPr>
              <a:t>T. </a:t>
            </a:r>
            <a:r>
              <a:rPr lang="en-GB" sz="1800" err="1">
                <a:solidFill>
                  <a:schemeClr val="tx1">
                    <a:lumMod val="75000"/>
                    <a:lumOff val="25000"/>
                  </a:schemeClr>
                </a:solidFill>
                <a:latin typeface="Aptos"/>
              </a:rPr>
              <a:t>Tuitert</a:t>
            </a:r>
            <a:endParaRPr lang="en-US" sz="1800">
              <a:solidFill>
                <a:schemeClr val="tx1">
                  <a:lumMod val="75000"/>
                  <a:lumOff val="25000"/>
                </a:schemeClr>
              </a:solidFill>
              <a:latin typeface="Aptos"/>
            </a:endParaRPr>
          </a:p>
          <a:p>
            <a:pPr algn="ctr">
              <a:lnSpc>
                <a:spcPct val="120000"/>
              </a:lnSpc>
            </a:pPr>
            <a:endParaRPr lang="en-US" sz="1000">
              <a:solidFill>
                <a:schemeClr val="tx1">
                  <a:lumMod val="75000"/>
                  <a:lumOff val="25000"/>
                </a:schemeClr>
              </a:solidFill>
              <a:ea typeface="Meiryo"/>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C14302F-E955-47D0-A56B-D1D1A6953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3" y="-9274"/>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1" name="Group 10">
            <a:extLst>
              <a:ext uri="{FF2B5EF4-FFF2-40B4-BE49-F238E27FC236}">
                <a16:creationId xmlns:a16="http://schemas.microsoft.com/office/drawing/2014/main" id="{DC310F6C-D8CB-4984-9F9B-BA18C17192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2079" y="1033741"/>
            <a:ext cx="4908132" cy="4613915"/>
            <a:chOff x="659679" y="950330"/>
            <a:chExt cx="4908132" cy="4613915"/>
          </a:xfrm>
        </p:grpSpPr>
        <p:sp>
          <p:nvSpPr>
            <p:cNvPr id="12" name="Freeform: Shape 11">
              <a:extLst>
                <a:ext uri="{FF2B5EF4-FFF2-40B4-BE49-F238E27FC236}">
                  <a16:creationId xmlns:a16="http://schemas.microsoft.com/office/drawing/2014/main" id="{6750E550-BE93-4743-8659-1531F86CB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16216" y="1107426"/>
              <a:ext cx="4619072" cy="434218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BE626DC7-F0FE-49A7-AA4C-A8DB1F7EB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64593" y="1253260"/>
              <a:ext cx="4488025" cy="4074679"/>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1EBB781F-78E5-4C66-811C-9FF8B5D50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1300000" flipH="1">
              <a:off x="659679" y="950330"/>
              <a:ext cx="4908132" cy="461391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000C887F-1EB6-8303-860B-5E86A5901136}"/>
              </a:ext>
            </a:extLst>
          </p:cNvPr>
          <p:cNvSpPr>
            <a:spLocks noGrp="1"/>
          </p:cNvSpPr>
          <p:nvPr>
            <p:ph type="title"/>
          </p:nvPr>
        </p:nvSpPr>
        <p:spPr>
          <a:xfrm>
            <a:off x="1829849" y="1899904"/>
            <a:ext cx="3312116" cy="2934031"/>
          </a:xfrm>
        </p:spPr>
        <p:txBody>
          <a:bodyPr anchor="ctr">
            <a:normAutofit/>
          </a:bodyPr>
          <a:lstStyle/>
          <a:p>
            <a:r>
              <a:rPr lang="en-US">
                <a:ea typeface="Meiryo"/>
              </a:rPr>
              <a:t>The concept</a:t>
            </a:r>
          </a:p>
        </p:txBody>
      </p:sp>
      <p:graphicFrame>
        <p:nvGraphicFramePr>
          <p:cNvPr id="6" name="Content Placeholder 2">
            <a:extLst>
              <a:ext uri="{FF2B5EF4-FFF2-40B4-BE49-F238E27FC236}">
                <a16:creationId xmlns:a16="http://schemas.microsoft.com/office/drawing/2014/main" id="{58EE9DDE-678D-183E-977E-0090BAD083E1}"/>
              </a:ext>
            </a:extLst>
          </p:cNvPr>
          <p:cNvGraphicFramePr>
            <a:graphicFrameLocks noGrp="1"/>
          </p:cNvGraphicFramePr>
          <p:nvPr>
            <p:ph idx="1"/>
            <p:extLst>
              <p:ext uri="{D42A27DB-BD31-4B8C-83A1-F6EECF244321}">
                <p14:modId xmlns:p14="http://schemas.microsoft.com/office/powerpoint/2010/main" val="570924083"/>
              </p:ext>
            </p:extLst>
          </p:nvPr>
        </p:nvGraphicFramePr>
        <p:xfrm>
          <a:off x="6095999" y="105536"/>
          <a:ext cx="5076826" cy="5024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5" name="Picture 24">
            <a:extLst>
              <a:ext uri="{FF2B5EF4-FFF2-40B4-BE49-F238E27FC236}">
                <a16:creationId xmlns:a16="http://schemas.microsoft.com/office/drawing/2014/main" id="{9962798B-A07B-FEC5-9B3C-538D8708EA38}"/>
              </a:ext>
            </a:extLst>
          </p:cNvPr>
          <p:cNvPicPr>
            <a:picLocks noChangeAspect="1"/>
          </p:cNvPicPr>
          <p:nvPr/>
        </p:nvPicPr>
        <p:blipFill>
          <a:blip r:embed="rId7"/>
          <a:stretch>
            <a:fillRect/>
          </a:stretch>
        </p:blipFill>
        <p:spPr>
          <a:xfrm>
            <a:off x="8639779" y="4843840"/>
            <a:ext cx="2281467" cy="1709059"/>
          </a:xfrm>
          <a:prstGeom prst="rect">
            <a:avLst/>
          </a:prstGeom>
        </p:spPr>
      </p:pic>
      <p:pic>
        <p:nvPicPr>
          <p:cNvPr id="26" name="Picture 25">
            <a:extLst>
              <a:ext uri="{FF2B5EF4-FFF2-40B4-BE49-F238E27FC236}">
                <a16:creationId xmlns:a16="http://schemas.microsoft.com/office/drawing/2014/main" id="{4601B5D7-7BFA-BDE6-DA38-5E28880909D2}"/>
              </a:ext>
            </a:extLst>
          </p:cNvPr>
          <p:cNvPicPr>
            <a:picLocks noChangeAspect="1"/>
          </p:cNvPicPr>
          <p:nvPr/>
        </p:nvPicPr>
        <p:blipFill>
          <a:blip r:embed="rId8"/>
          <a:stretch>
            <a:fillRect/>
          </a:stretch>
        </p:blipFill>
        <p:spPr>
          <a:xfrm>
            <a:off x="6692825" y="5127926"/>
            <a:ext cx="1802947" cy="1361622"/>
          </a:xfrm>
          <a:prstGeom prst="rect">
            <a:avLst/>
          </a:prstGeom>
        </p:spPr>
      </p:pic>
    </p:spTree>
    <p:extLst>
      <p:ext uri="{BB962C8B-B14F-4D97-AF65-F5344CB8AC3E}">
        <p14:creationId xmlns:p14="http://schemas.microsoft.com/office/powerpoint/2010/main" val="1998421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FB2ED749-9CCA-6467-87F2-F799CC5FFE78}"/>
              </a:ext>
            </a:extLst>
          </p:cNvPr>
          <p:cNvSpPr>
            <a:spLocks noGrp="1"/>
          </p:cNvSpPr>
          <p:nvPr>
            <p:ph type="title"/>
          </p:nvPr>
        </p:nvSpPr>
        <p:spPr>
          <a:xfrm>
            <a:off x="992518" y="442913"/>
            <a:ext cx="5271804" cy="1639888"/>
          </a:xfrm>
        </p:spPr>
        <p:txBody>
          <a:bodyPr anchor="b">
            <a:normAutofit/>
          </a:bodyPr>
          <a:lstStyle/>
          <a:p>
            <a:r>
              <a:rPr lang="en-US">
                <a:ea typeface="Meiryo"/>
              </a:rPr>
              <a:t>Goals &amp; Hurdles</a:t>
            </a:r>
            <a:endParaRPr lang="en-US"/>
          </a:p>
        </p:txBody>
      </p:sp>
      <p:graphicFrame>
        <p:nvGraphicFramePr>
          <p:cNvPr id="23" name="Content Placeholder 2">
            <a:extLst>
              <a:ext uri="{FF2B5EF4-FFF2-40B4-BE49-F238E27FC236}">
                <a16:creationId xmlns:a16="http://schemas.microsoft.com/office/drawing/2014/main" id="{6D01B2F1-C585-6743-BEA5-3C968CECF24C}"/>
              </a:ext>
            </a:extLst>
          </p:cNvPr>
          <p:cNvGraphicFramePr>
            <a:graphicFrameLocks noGrp="1"/>
          </p:cNvGraphicFramePr>
          <p:nvPr>
            <p:ph idx="1"/>
          </p:nvPr>
        </p:nvGraphicFramePr>
        <p:xfrm>
          <a:off x="992519" y="2312988"/>
          <a:ext cx="5271804" cy="365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Freeform: Shape 17">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0" name="Freeform: Shape 19">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21" name="Picture 20" descr="A blue race track with numbers painted on it">
            <a:extLst>
              <a:ext uri="{FF2B5EF4-FFF2-40B4-BE49-F238E27FC236}">
                <a16:creationId xmlns:a16="http://schemas.microsoft.com/office/drawing/2014/main" id="{55D8C0BA-27FD-EE56-68CD-B60D68BBFEDA}"/>
              </a:ext>
            </a:extLst>
          </p:cNvPr>
          <p:cNvPicPr>
            <a:picLocks noChangeAspect="1"/>
          </p:cNvPicPr>
          <p:nvPr/>
        </p:nvPicPr>
        <p:blipFill>
          <a:blip r:embed="rId7"/>
          <a:srcRect l="34531" r="23169" b="-3"/>
          <a:stretch>
            <a:fill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2195704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8F0309A-59B4-50E2-ECAA-C8982E598B4E}"/>
            </a:ext>
          </a:extLst>
        </p:cNvPr>
        <p:cNvGrpSpPr/>
        <p:nvPr/>
      </p:nvGrpSpPr>
      <p:grpSpPr>
        <a:xfrm>
          <a:off x="0" y="0"/>
          <a:ext cx="0" cy="0"/>
          <a:chOff x="0" y="0"/>
          <a:chExt cx="0" cy="0"/>
        </a:xfrm>
      </p:grpSpPr>
      <p:sp useBgFill="1">
        <p:nvSpPr>
          <p:cNvPr id="354" name="Rectangle 353">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17A99264-1E0D-1EA1-2BE8-BF27772B9E32}"/>
              </a:ext>
            </a:extLst>
          </p:cNvPr>
          <p:cNvSpPr>
            <a:spLocks noGrp="1"/>
          </p:cNvSpPr>
          <p:nvPr>
            <p:ph type="title"/>
          </p:nvPr>
        </p:nvSpPr>
        <p:spPr>
          <a:xfrm>
            <a:off x="992518" y="442913"/>
            <a:ext cx="5271804" cy="1639888"/>
          </a:xfrm>
        </p:spPr>
        <p:txBody>
          <a:bodyPr anchor="b">
            <a:normAutofit/>
          </a:bodyPr>
          <a:lstStyle/>
          <a:p>
            <a:r>
              <a:rPr lang="en-US">
                <a:ea typeface="Meiryo"/>
              </a:rPr>
              <a:t>The materials</a:t>
            </a:r>
            <a:endParaRPr lang="en-US"/>
          </a:p>
        </p:txBody>
      </p:sp>
      <p:sp>
        <p:nvSpPr>
          <p:cNvPr id="356" name="Freeform: Shape 355">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8" name="Freeform: Shape 357">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60" name="Freeform: Shape 359">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349" name="Picture 348">
            <a:extLst>
              <a:ext uri="{FF2B5EF4-FFF2-40B4-BE49-F238E27FC236}">
                <a16:creationId xmlns:a16="http://schemas.microsoft.com/office/drawing/2014/main" id="{7C356280-6CA7-B43F-DCD7-362243479CAA}"/>
              </a:ext>
            </a:extLst>
          </p:cNvPr>
          <p:cNvPicPr>
            <a:picLocks noChangeAspect="1"/>
          </p:cNvPicPr>
          <p:nvPr/>
        </p:nvPicPr>
        <p:blipFill>
          <a:blip r:embed="rId3"/>
          <a:srcRect r="704"/>
          <a:stretch>
            <a:fill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graphicFrame>
        <p:nvGraphicFramePr>
          <p:cNvPr id="6" name="Content Placeholder 2">
            <a:extLst>
              <a:ext uri="{FF2B5EF4-FFF2-40B4-BE49-F238E27FC236}">
                <a16:creationId xmlns:a16="http://schemas.microsoft.com/office/drawing/2014/main" id="{E159C2D2-2D79-F304-C364-1B54C37D49C1}"/>
              </a:ext>
            </a:extLst>
          </p:cNvPr>
          <p:cNvGraphicFramePr>
            <a:graphicFrameLocks noGrp="1"/>
          </p:cNvGraphicFramePr>
          <p:nvPr>
            <p:ph idx="1"/>
            <p:extLst>
              <p:ext uri="{D42A27DB-BD31-4B8C-83A1-F6EECF244321}">
                <p14:modId xmlns:p14="http://schemas.microsoft.com/office/powerpoint/2010/main" val="3459748395"/>
              </p:ext>
            </p:extLst>
          </p:nvPr>
        </p:nvGraphicFramePr>
        <p:xfrm>
          <a:off x="992519" y="2312988"/>
          <a:ext cx="5271804" cy="36512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61403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C14302F-E955-47D0-A56B-D1D1A6953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3" y="-9274"/>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24" name="Group 23">
            <a:extLst>
              <a:ext uri="{FF2B5EF4-FFF2-40B4-BE49-F238E27FC236}">
                <a16:creationId xmlns:a16="http://schemas.microsoft.com/office/drawing/2014/main" id="{DC310F6C-D8CB-4984-9F9B-BA18C17192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2079" y="1033741"/>
            <a:ext cx="4908132" cy="4613915"/>
            <a:chOff x="659679" y="950330"/>
            <a:chExt cx="4908132" cy="4613915"/>
          </a:xfrm>
        </p:grpSpPr>
        <p:sp>
          <p:nvSpPr>
            <p:cNvPr id="25" name="Freeform: Shape 24">
              <a:extLst>
                <a:ext uri="{FF2B5EF4-FFF2-40B4-BE49-F238E27FC236}">
                  <a16:creationId xmlns:a16="http://schemas.microsoft.com/office/drawing/2014/main" id="{6750E550-BE93-4743-8659-1531F86CB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16216" y="1107426"/>
              <a:ext cx="4619072" cy="434218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BE626DC7-F0FE-49A7-AA4C-A8DB1F7EB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64593" y="1253260"/>
              <a:ext cx="4488025" cy="4074679"/>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1EBB781F-78E5-4C66-811C-9FF8B5D50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1300000" flipH="1">
              <a:off x="659679" y="950330"/>
              <a:ext cx="4908132" cy="461391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24E544AF-9690-F0EC-61C3-0C30873FCF7E}"/>
              </a:ext>
            </a:extLst>
          </p:cNvPr>
          <p:cNvSpPr>
            <a:spLocks noGrp="1"/>
          </p:cNvSpPr>
          <p:nvPr>
            <p:ph type="title"/>
          </p:nvPr>
        </p:nvSpPr>
        <p:spPr>
          <a:xfrm>
            <a:off x="1829849" y="1899904"/>
            <a:ext cx="3312116" cy="2934031"/>
          </a:xfrm>
        </p:spPr>
        <p:txBody>
          <a:bodyPr anchor="ctr">
            <a:normAutofit/>
          </a:bodyPr>
          <a:lstStyle/>
          <a:p>
            <a:r>
              <a:rPr lang="en-US">
                <a:ea typeface="Meiryo"/>
              </a:rPr>
              <a:t>Scaffolding &amp; Facilitation</a:t>
            </a:r>
            <a:endParaRPr lang="en-US"/>
          </a:p>
        </p:txBody>
      </p:sp>
      <p:graphicFrame>
        <p:nvGraphicFramePr>
          <p:cNvPr id="5" name="Content Placeholder 2">
            <a:extLst>
              <a:ext uri="{FF2B5EF4-FFF2-40B4-BE49-F238E27FC236}">
                <a16:creationId xmlns:a16="http://schemas.microsoft.com/office/drawing/2014/main" id="{D1EB1D1A-B6D0-12AA-9996-0D39A524C8C8}"/>
              </a:ext>
            </a:extLst>
          </p:cNvPr>
          <p:cNvGraphicFramePr>
            <a:graphicFrameLocks noGrp="1"/>
          </p:cNvGraphicFramePr>
          <p:nvPr>
            <p:ph idx="1"/>
            <p:extLst>
              <p:ext uri="{D42A27DB-BD31-4B8C-83A1-F6EECF244321}">
                <p14:modId xmlns:p14="http://schemas.microsoft.com/office/powerpoint/2010/main" val="3173085119"/>
              </p:ext>
            </p:extLst>
          </p:nvPr>
        </p:nvGraphicFramePr>
        <p:xfrm>
          <a:off x="6095999" y="940107"/>
          <a:ext cx="5076826" cy="5024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64983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C14302F-E955-47D0-A56B-D1D1A6953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3" y="-9274"/>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11" name="Group 10">
            <a:extLst>
              <a:ext uri="{FF2B5EF4-FFF2-40B4-BE49-F238E27FC236}">
                <a16:creationId xmlns:a16="http://schemas.microsoft.com/office/drawing/2014/main" id="{DC310F6C-D8CB-4984-9F9B-BA18C17192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2079" y="1033741"/>
            <a:ext cx="4908132" cy="4613915"/>
            <a:chOff x="659679" y="950330"/>
            <a:chExt cx="4908132" cy="4613915"/>
          </a:xfrm>
        </p:grpSpPr>
        <p:sp>
          <p:nvSpPr>
            <p:cNvPr id="12" name="Freeform: Shape 11">
              <a:extLst>
                <a:ext uri="{FF2B5EF4-FFF2-40B4-BE49-F238E27FC236}">
                  <a16:creationId xmlns:a16="http://schemas.microsoft.com/office/drawing/2014/main" id="{6750E550-BE93-4743-8659-1531F86CB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16216" y="1107426"/>
              <a:ext cx="4619072" cy="4342182"/>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BE626DC7-F0FE-49A7-AA4C-A8DB1F7EB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864593" y="1253260"/>
              <a:ext cx="4488025" cy="4074679"/>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1EBB781F-78E5-4C66-811C-9FF8B5D50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1300000" flipH="1">
              <a:off x="659679" y="950330"/>
              <a:ext cx="4908132" cy="461391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8FB896F-18E5-DC90-13AA-242F9EBA5B74}"/>
              </a:ext>
            </a:extLst>
          </p:cNvPr>
          <p:cNvSpPr>
            <a:spLocks noGrp="1"/>
          </p:cNvSpPr>
          <p:nvPr>
            <p:ph type="title"/>
          </p:nvPr>
        </p:nvSpPr>
        <p:spPr>
          <a:xfrm>
            <a:off x="1829849" y="1899904"/>
            <a:ext cx="3312116" cy="2934031"/>
          </a:xfrm>
        </p:spPr>
        <p:txBody>
          <a:bodyPr anchor="ctr">
            <a:normAutofit/>
          </a:bodyPr>
          <a:lstStyle/>
          <a:p>
            <a:r>
              <a:rPr lang="en-US">
                <a:ea typeface="Meiryo"/>
              </a:rPr>
              <a:t>Process &amp; Instruction</a:t>
            </a:r>
          </a:p>
        </p:txBody>
      </p:sp>
      <p:graphicFrame>
        <p:nvGraphicFramePr>
          <p:cNvPr id="5" name="Content Placeholder 2">
            <a:extLst>
              <a:ext uri="{FF2B5EF4-FFF2-40B4-BE49-F238E27FC236}">
                <a16:creationId xmlns:a16="http://schemas.microsoft.com/office/drawing/2014/main" id="{E3D2599D-3948-4B9F-465B-91FB5B659F81}"/>
              </a:ext>
            </a:extLst>
          </p:cNvPr>
          <p:cNvGraphicFramePr>
            <a:graphicFrameLocks noGrp="1"/>
          </p:cNvGraphicFramePr>
          <p:nvPr>
            <p:ph idx="1"/>
            <p:extLst>
              <p:ext uri="{D42A27DB-BD31-4B8C-83A1-F6EECF244321}">
                <p14:modId xmlns:p14="http://schemas.microsoft.com/office/powerpoint/2010/main" val="382083081"/>
              </p:ext>
            </p:extLst>
          </p:nvPr>
        </p:nvGraphicFramePr>
        <p:xfrm>
          <a:off x="6095999" y="940107"/>
          <a:ext cx="5076826" cy="50241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35561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9" name="Group 8">
            <a:extLst>
              <a:ext uri="{FF2B5EF4-FFF2-40B4-BE49-F238E27FC236}">
                <a16:creationId xmlns:a16="http://schemas.microsoft.com/office/drawing/2014/main" id="{7283CB8A-D538-409E-A0AF-2C1F5967C2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41" y="0"/>
            <a:ext cx="7894508" cy="6858000"/>
            <a:chOff x="-11041" y="0"/>
            <a:chExt cx="7894508" cy="6858000"/>
          </a:xfrm>
        </p:grpSpPr>
        <p:sp>
          <p:nvSpPr>
            <p:cNvPr id="10" name="Freeform: Shape 9">
              <a:extLst>
                <a:ext uri="{FF2B5EF4-FFF2-40B4-BE49-F238E27FC236}">
                  <a16:creationId xmlns:a16="http://schemas.microsoft.com/office/drawing/2014/main" id="{54FEE910-B0A4-448D-9843-9F167F5C7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41" y="0"/>
              <a:ext cx="7476051" cy="6858000"/>
            </a:xfrm>
            <a:custGeom>
              <a:avLst/>
              <a:gdLst>
                <a:gd name="connsiteX0" fmla="*/ 0 w 7476051"/>
                <a:gd name="connsiteY0" fmla="*/ 0 h 6858000"/>
                <a:gd name="connsiteX1" fmla="*/ 348024 w 7476051"/>
                <a:gd name="connsiteY1" fmla="*/ 0 h 6858000"/>
                <a:gd name="connsiteX2" fmla="*/ 681975 w 7476051"/>
                <a:gd name="connsiteY2" fmla="*/ 0 h 6858000"/>
                <a:gd name="connsiteX3" fmla="*/ 1555845 w 7476051"/>
                <a:gd name="connsiteY3" fmla="*/ 0 h 6858000"/>
                <a:gd name="connsiteX4" fmla="*/ 1568054 w 7476051"/>
                <a:gd name="connsiteY4" fmla="*/ 0 h 6858000"/>
                <a:gd name="connsiteX5" fmla="*/ 1693495 w 7476051"/>
                <a:gd name="connsiteY5" fmla="*/ 0 h 6858000"/>
                <a:gd name="connsiteX6" fmla="*/ 3186636 w 7476051"/>
                <a:gd name="connsiteY6" fmla="*/ 0 h 6858000"/>
                <a:gd name="connsiteX7" fmla="*/ 5853028 w 7476051"/>
                <a:gd name="connsiteY7" fmla="*/ 0 h 6858000"/>
                <a:gd name="connsiteX8" fmla="*/ 5875152 w 7476051"/>
                <a:gd name="connsiteY8" fmla="*/ 14997 h 6858000"/>
                <a:gd name="connsiteX9" fmla="*/ 7476051 w 7476051"/>
                <a:gd name="connsiteY9" fmla="*/ 3621656 h 6858000"/>
                <a:gd name="connsiteX10" fmla="*/ 5601701 w 7476051"/>
                <a:gd name="connsiteY10" fmla="*/ 6374814 h 6858000"/>
                <a:gd name="connsiteX11" fmla="*/ 5085053 w 7476051"/>
                <a:gd name="connsiteY11" fmla="*/ 6780599 h 6858000"/>
                <a:gd name="connsiteX12" fmla="*/ 4973297 w 7476051"/>
                <a:gd name="connsiteY12" fmla="*/ 6858000 h 6858000"/>
                <a:gd name="connsiteX13" fmla="*/ 3186636 w 7476051"/>
                <a:gd name="connsiteY13" fmla="*/ 6858000 h 6858000"/>
                <a:gd name="connsiteX14" fmla="*/ 1568054 w 7476051"/>
                <a:gd name="connsiteY14" fmla="*/ 6858000 h 6858000"/>
                <a:gd name="connsiteX15" fmla="*/ 1555845 w 7476051"/>
                <a:gd name="connsiteY15" fmla="*/ 6858000 h 6858000"/>
                <a:gd name="connsiteX16" fmla="*/ 1385101 w 7476051"/>
                <a:gd name="connsiteY16" fmla="*/ 6858000 h 6858000"/>
                <a:gd name="connsiteX17" fmla="*/ 681975 w 7476051"/>
                <a:gd name="connsiteY17" fmla="*/ 6858000 h 6858000"/>
                <a:gd name="connsiteX18" fmla="*/ 348024 w 7476051"/>
                <a:gd name="connsiteY18" fmla="*/ 6858000 h 6858000"/>
                <a:gd name="connsiteX19" fmla="*/ 0 w 7476051"/>
                <a:gd name="connsiteY1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476051" h="6858000">
                  <a:moveTo>
                    <a:pt x="0" y="0"/>
                  </a:moveTo>
                  <a:lnTo>
                    <a:pt x="348024" y="0"/>
                  </a:lnTo>
                  <a:lnTo>
                    <a:pt x="681975" y="0"/>
                  </a:lnTo>
                  <a:lnTo>
                    <a:pt x="1555845" y="0"/>
                  </a:lnTo>
                  <a:lnTo>
                    <a:pt x="1568054" y="0"/>
                  </a:lnTo>
                  <a:lnTo>
                    <a:pt x="1693495" y="0"/>
                  </a:lnTo>
                  <a:lnTo>
                    <a:pt x="3186636" y="0"/>
                  </a:lnTo>
                  <a:lnTo>
                    <a:pt x="5853028" y="0"/>
                  </a:lnTo>
                  <a:lnTo>
                    <a:pt x="5875152" y="14997"/>
                  </a:lnTo>
                  <a:cubicBezTo>
                    <a:pt x="6902315" y="754641"/>
                    <a:pt x="7476051" y="2093192"/>
                    <a:pt x="7476051" y="3621656"/>
                  </a:cubicBezTo>
                  <a:cubicBezTo>
                    <a:pt x="7476051" y="4969131"/>
                    <a:pt x="6547326" y="5602839"/>
                    <a:pt x="5601701" y="6374814"/>
                  </a:cubicBezTo>
                  <a:cubicBezTo>
                    <a:pt x="5429498" y="6515397"/>
                    <a:pt x="5258871" y="6653108"/>
                    <a:pt x="5085053" y="6780599"/>
                  </a:cubicBezTo>
                  <a:lnTo>
                    <a:pt x="4973297" y="6858000"/>
                  </a:lnTo>
                  <a:lnTo>
                    <a:pt x="3186636" y="6858000"/>
                  </a:lnTo>
                  <a:lnTo>
                    <a:pt x="1568054" y="6858000"/>
                  </a:lnTo>
                  <a:lnTo>
                    <a:pt x="1555845" y="6858000"/>
                  </a:lnTo>
                  <a:lnTo>
                    <a:pt x="1385101" y="6858000"/>
                  </a:lnTo>
                  <a:lnTo>
                    <a:pt x="681975" y="6858000"/>
                  </a:lnTo>
                  <a:lnTo>
                    <a:pt x="348024"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FBA7E51E-7B6A-4A79-8F84-47C845C7A2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35374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03C85561-90D2-4AFA-B2C5-F2D61D86C2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9026B71D-5A6F-48FE-AC6A-D7AAA01806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249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126EDAA0-0675-B393-2A1C-AFF143186485}"/>
              </a:ext>
            </a:extLst>
          </p:cNvPr>
          <p:cNvSpPr>
            <a:spLocks noGrp="1"/>
          </p:cNvSpPr>
          <p:nvPr>
            <p:ph type="ctrTitle"/>
          </p:nvPr>
        </p:nvSpPr>
        <p:spPr>
          <a:xfrm>
            <a:off x="1180531" y="1346268"/>
            <a:ext cx="5274860" cy="4119660"/>
          </a:xfrm>
        </p:spPr>
        <p:txBody>
          <a:bodyPr anchor="ctr">
            <a:normAutofit/>
          </a:bodyPr>
          <a:lstStyle/>
          <a:p>
            <a:r>
              <a:rPr lang="en-NL" sz="6000"/>
              <a:t>Thank you!</a:t>
            </a:r>
          </a:p>
        </p:txBody>
      </p:sp>
    </p:spTree>
    <p:extLst>
      <p:ext uri="{BB962C8B-B14F-4D97-AF65-F5344CB8AC3E}">
        <p14:creationId xmlns:p14="http://schemas.microsoft.com/office/powerpoint/2010/main" val="792731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DA3E-207C-94C6-BA45-3C35CCA71665}"/>
              </a:ext>
            </a:extLst>
          </p:cNvPr>
          <p:cNvSpPr>
            <a:spLocks noGrp="1"/>
          </p:cNvSpPr>
          <p:nvPr>
            <p:ph type="title"/>
          </p:nvPr>
        </p:nvSpPr>
        <p:spPr/>
        <p:txBody>
          <a:bodyPr/>
          <a:lstStyle/>
          <a:p>
            <a:endParaRPr lang="en-US"/>
          </a:p>
        </p:txBody>
      </p:sp>
      <p:graphicFrame>
        <p:nvGraphicFramePr>
          <p:cNvPr id="5" name="Content Placeholder 4">
            <a:extLst>
              <a:ext uri="{FF2B5EF4-FFF2-40B4-BE49-F238E27FC236}">
                <a16:creationId xmlns:a16="http://schemas.microsoft.com/office/drawing/2014/main" id="{41E1EEDA-A989-6F3A-880B-131FD8F9C55E}"/>
              </a:ext>
            </a:extLst>
          </p:cNvPr>
          <p:cNvGraphicFramePr>
            <a:graphicFrameLocks noGrp="1"/>
          </p:cNvGraphicFramePr>
          <p:nvPr>
            <p:ph idx="1"/>
            <p:extLst>
              <p:ext uri="{D42A27DB-BD31-4B8C-83A1-F6EECF244321}">
                <p14:modId xmlns:p14="http://schemas.microsoft.com/office/powerpoint/2010/main" val="2777782680"/>
              </p:ext>
            </p:extLst>
          </p:nvPr>
        </p:nvGraphicFramePr>
        <p:xfrm>
          <a:off x="1920875" y="230188"/>
          <a:ext cx="8769349" cy="6567678"/>
        </p:xfrm>
        <a:graphic>
          <a:graphicData uri="http://schemas.openxmlformats.org/drawingml/2006/table">
            <a:tbl>
              <a:tblPr bandRow="1">
                <a:tableStyleId>{5C22544A-7EE6-4342-B048-85BDC9FD1C3A}</a:tableStyleId>
              </a:tblPr>
              <a:tblGrid>
                <a:gridCol w="2012868">
                  <a:extLst>
                    <a:ext uri="{9D8B030D-6E8A-4147-A177-3AD203B41FA5}">
                      <a16:colId xmlns:a16="http://schemas.microsoft.com/office/drawing/2014/main" val="2694117233"/>
                    </a:ext>
                  </a:extLst>
                </a:gridCol>
                <a:gridCol w="6756481">
                  <a:extLst>
                    <a:ext uri="{9D8B030D-6E8A-4147-A177-3AD203B41FA5}">
                      <a16:colId xmlns:a16="http://schemas.microsoft.com/office/drawing/2014/main" val="345798312"/>
                    </a:ext>
                  </a:extLst>
                </a:gridCol>
              </a:tblGrid>
              <a:tr h="180975">
                <a:tc>
                  <a:txBody>
                    <a:bodyPr/>
                    <a:lstStyle/>
                    <a:p>
                      <a:pPr algn="l" rtl="0" fontAlgn="base">
                        <a:lnSpc>
                          <a:spcPts val="1050"/>
                        </a:lnSpc>
                        <a:buNone/>
                      </a:pPr>
                      <a:r>
                        <a:rPr lang="en-US" sz="900" b="1" i="0">
                          <a:effectLst/>
                          <a:latin typeface="Aptos"/>
                        </a:rPr>
                        <a:t>Title</a:t>
                      </a:r>
                      <a:r>
                        <a:rPr lang="en-US" sz="900" b="0" i="0" dirty="0">
                          <a:effectLst/>
                          <a:latin typeface="Aptos"/>
                        </a:rPr>
                        <a:t> </a:t>
                      </a:r>
                      <a:endParaRPr lang="en-US"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7F7F7F"/>
                    </a:solidFill>
                  </a:tcPr>
                </a:tc>
                <a:tc>
                  <a:txBody>
                    <a:bodyPr/>
                    <a:lstStyle/>
                    <a:p>
                      <a:pPr algn="l" rtl="0" fontAlgn="base">
                        <a:lnSpc>
                          <a:spcPts val="1050"/>
                        </a:lnSpc>
                        <a:buNone/>
                      </a:pPr>
                      <a:r>
                        <a:rPr lang="en-US" sz="900" b="0" i="0">
                          <a:effectLst/>
                          <a:latin typeface="Aptos" panose="020B0004020202020204" pitchFamily="34" charset="0"/>
                        </a:rPr>
                        <a:t>U&amp;I: UI Wireframing cards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val="2228334072"/>
                  </a:ext>
                </a:extLst>
              </a:tr>
              <a:tr h="180975">
                <a:tc>
                  <a:txBody>
                    <a:bodyPr/>
                    <a:lstStyle/>
                    <a:p>
                      <a:pPr algn="l" rtl="0" fontAlgn="base">
                        <a:lnSpc>
                          <a:spcPts val="1050"/>
                        </a:lnSpc>
                        <a:buNone/>
                      </a:pPr>
                      <a:r>
                        <a:rPr lang="en-US" sz="900" b="0" i="0" dirty="0">
                          <a:effectLst/>
                          <a:latin typeface="Aptos"/>
                        </a:rPr>
                        <a:t>Scope (short description) </a:t>
                      </a:r>
                      <a:endParaRPr lang="en-US"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050"/>
                        </a:lnSpc>
                        <a:buNone/>
                      </a:pPr>
                      <a:r>
                        <a:rPr lang="en-US" sz="900" b="0" i="0">
                          <a:effectLst/>
                          <a:latin typeface="Aptos" panose="020B0004020202020204" pitchFamily="34" charset="0"/>
                        </a:rPr>
                        <a:t>A physical, collaborative tinkering toolkit that enables non-technical stakeholders to design and discuss a low-fidelity website by building it with magnetic UI cards and optionally scanning it into a digital wireframe.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39708257"/>
                  </a:ext>
                </a:extLst>
              </a:tr>
              <a:tr h="180975">
                <a:tc>
                  <a:txBody>
                    <a:bodyPr/>
                    <a:lstStyle/>
                    <a:p>
                      <a:pPr algn="l" rtl="0" fontAlgn="base">
                        <a:lnSpc>
                          <a:spcPts val="1050"/>
                        </a:lnSpc>
                        <a:buNone/>
                      </a:pPr>
                      <a:r>
                        <a:rPr lang="en-US" sz="900" b="0" i="0">
                          <a:effectLst/>
                          <a:latin typeface="Aptos" panose="020B0004020202020204" pitchFamily="34" charset="0"/>
                        </a:rPr>
                        <a:t>Idea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050"/>
                        </a:lnSpc>
                        <a:buNone/>
                      </a:pPr>
                      <a:r>
                        <a:rPr lang="en-US" sz="900" b="0" i="0">
                          <a:effectLst/>
                          <a:latin typeface="Aptos" panose="020B0004020202020204" pitchFamily="34" charset="0"/>
                        </a:rPr>
                        <a:t>Translate wireframing into a physical experience so early website design becomes more accessible, discussable, and collaborative.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01929641"/>
                  </a:ext>
                </a:extLst>
              </a:tr>
              <a:tr h="180975">
                <a:tc>
                  <a:txBody>
                    <a:bodyPr/>
                    <a:lstStyle/>
                    <a:p>
                      <a:pPr algn="l" rtl="0" fontAlgn="base">
                        <a:lnSpc>
                          <a:spcPts val="1050"/>
                        </a:lnSpc>
                        <a:buNone/>
                      </a:pPr>
                      <a:r>
                        <a:rPr lang="en-US" sz="900" b="0" i="0">
                          <a:effectLst/>
                          <a:latin typeface="Aptos" panose="020B0004020202020204" pitchFamily="34" charset="0"/>
                        </a:rPr>
                        <a:t>Problem Space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050"/>
                        </a:lnSpc>
                        <a:buNone/>
                      </a:pPr>
                      <a:r>
                        <a:rPr lang="en-US" sz="900" b="0" i="0" dirty="0">
                          <a:effectLst/>
                          <a:latin typeface="Aptos"/>
                        </a:rPr>
                        <a:t>Designing a website digitally takes time and can be hard to do collaboratively. Current wireframing software has a learning curve and often shifts attention to software skills instead of structure, content, and user flow. This makes it harder for non-technical stakeholders to participate meaningfully. </a:t>
                      </a:r>
                      <a:endParaRPr lang="en-US"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50074214"/>
                  </a:ext>
                </a:extLst>
              </a:tr>
              <a:tr h="180975">
                <a:tc>
                  <a:txBody>
                    <a:bodyPr/>
                    <a:lstStyle/>
                    <a:p>
                      <a:pPr algn="l" rtl="0" fontAlgn="base">
                        <a:lnSpc>
                          <a:spcPts val="1050"/>
                        </a:lnSpc>
                        <a:buNone/>
                      </a:pPr>
                      <a:r>
                        <a:rPr lang="en-US" sz="900" b="0" i="0">
                          <a:effectLst/>
                          <a:latin typeface="Aptos" panose="020B0004020202020204" pitchFamily="34" charset="0"/>
                        </a:rPr>
                        <a:t>Goal formulation (intended outcome)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tc>
                  <a:txBody>
                    <a:bodyPr/>
                    <a:lstStyle/>
                    <a:p>
                      <a:pPr marL="342900" lvl="0" indent="-342900" algn="l" rtl="0" fontAlgn="base">
                        <a:lnSpc>
                          <a:spcPts val="1050"/>
                        </a:lnSpc>
                        <a:buFont typeface="Arial" panose="020B0604020202020204" pitchFamily="34" charset="0"/>
                        <a:buChar char="•"/>
                      </a:pPr>
                      <a:r>
                        <a:rPr lang="en-US" sz="900" b="0" i="0">
                          <a:effectLst/>
                          <a:latin typeface="Aptos" panose="020B0004020202020204" pitchFamily="34" charset="0"/>
                        </a:rPr>
                        <a:t>Allow everyone to build their desired website design without the need for coding.  </a:t>
                      </a:r>
                    </a:p>
                    <a:p>
                      <a:pPr marL="342900" lvl="0" indent="-342900" algn="l" rtl="0" fontAlgn="base">
                        <a:lnSpc>
                          <a:spcPts val="1050"/>
                        </a:lnSpc>
                        <a:buFont typeface="Arial" panose="020B0604020202020204" pitchFamily="34" charset="0"/>
                        <a:buChar char="•"/>
                      </a:pPr>
                      <a:r>
                        <a:rPr lang="en-US" sz="900" b="0" i="0">
                          <a:effectLst/>
                          <a:latin typeface="Aptos" panose="020B0004020202020204" pitchFamily="34" charset="0"/>
                        </a:rPr>
                        <a:t>Explore different layouts for your website design. </a:t>
                      </a:r>
                    </a:p>
                    <a:p>
                      <a:pPr marL="342900" lvl="0" indent="-342900" algn="l" rtl="0" fontAlgn="base">
                        <a:lnSpc>
                          <a:spcPts val="1050"/>
                        </a:lnSpc>
                        <a:buFont typeface="Arial" panose="020B0604020202020204" pitchFamily="34" charset="0"/>
                        <a:buChar char="•"/>
                      </a:pPr>
                      <a:r>
                        <a:rPr lang="en-US" sz="900" b="0" i="0">
                          <a:effectLst/>
                          <a:latin typeface="Aptos" panose="020B0004020202020204" pitchFamily="34" charset="0"/>
                        </a:rPr>
                        <a:t>Makes the outcome more concrete and more ‘sharable’ </a:t>
                      </a: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70458046"/>
                  </a:ext>
                </a:extLst>
              </a:tr>
              <a:tr h="180975">
                <a:tc>
                  <a:txBody>
                    <a:bodyPr/>
                    <a:lstStyle/>
                    <a:p>
                      <a:pPr algn="l" rtl="0" fontAlgn="base">
                        <a:lnSpc>
                          <a:spcPts val="1050"/>
                        </a:lnSpc>
                        <a:buNone/>
                      </a:pPr>
                      <a:r>
                        <a:rPr lang="en-US" sz="900" b="0" i="0">
                          <a:effectLst/>
                          <a:latin typeface="Aptos" panose="020B0004020202020204" pitchFamily="34" charset="0"/>
                        </a:rPr>
                        <a:t>Technical hurdles to solve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tc>
                  <a:txBody>
                    <a:bodyPr/>
                    <a:lstStyle/>
                    <a:p>
                      <a:pPr marL="342900" lvl="0" indent="-342900" algn="l" rtl="0" fontAlgn="base">
                        <a:lnSpc>
                          <a:spcPts val="1050"/>
                        </a:lnSpc>
                        <a:buFont typeface="Arial" panose="020B0604020202020204" pitchFamily="34" charset="0"/>
                        <a:buChar char="•"/>
                      </a:pPr>
                      <a:r>
                        <a:rPr lang="en-US" sz="900" b="0" i="0">
                          <a:effectLst/>
                          <a:latin typeface="Aptos" panose="020B0004020202020204" pitchFamily="34" charset="0"/>
                        </a:rPr>
                        <a:t>Facilitating UI web design for people without coding experience </a:t>
                      </a:r>
                    </a:p>
                    <a:p>
                      <a:pPr marL="342900" lvl="0" indent="-342900" algn="l" rtl="0" fontAlgn="base">
                        <a:lnSpc>
                          <a:spcPts val="1050"/>
                        </a:lnSpc>
                        <a:buFont typeface="Arial" panose="020B0604020202020204" pitchFamily="34" charset="0"/>
                        <a:buChar char="•"/>
                      </a:pPr>
                      <a:r>
                        <a:rPr lang="en-US" sz="900" b="0" i="0">
                          <a:effectLst/>
                          <a:latin typeface="Aptos" panose="020B0004020202020204" pitchFamily="34" charset="0"/>
                        </a:rPr>
                        <a:t>Reliable recognition of the cards and their positions </a:t>
                      </a: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90975782"/>
                  </a:ext>
                </a:extLst>
              </a:tr>
              <a:tr h="180975">
                <a:tc>
                  <a:txBody>
                    <a:bodyPr/>
                    <a:lstStyle/>
                    <a:p>
                      <a:pPr algn="l" rtl="0" fontAlgn="base">
                        <a:lnSpc>
                          <a:spcPts val="1050"/>
                        </a:lnSpc>
                        <a:buNone/>
                      </a:pPr>
                      <a:r>
                        <a:rPr lang="en-US" sz="900" b="0" i="0">
                          <a:effectLst/>
                          <a:latin typeface="Aptos" panose="020B0004020202020204" pitchFamily="34" charset="0"/>
                        </a:rPr>
                        <a:t>Audience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050"/>
                        </a:lnSpc>
                        <a:buNone/>
                      </a:pPr>
                      <a:r>
                        <a:rPr lang="en-US" sz="900" b="0" i="0">
                          <a:effectLst/>
                          <a:latin typeface="Aptos" panose="020B0004020202020204" pitchFamily="34" charset="0"/>
                        </a:rPr>
                        <a:t>Stakeholders in creating a website that would like to do it without coding or another technical knowledge.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70939054"/>
                  </a:ext>
                </a:extLst>
              </a:tr>
              <a:tr h="180975">
                <a:tc>
                  <a:txBody>
                    <a:bodyPr/>
                    <a:lstStyle/>
                    <a:p>
                      <a:pPr algn="l" rtl="0" fontAlgn="base">
                        <a:lnSpc>
                          <a:spcPts val="1050"/>
                        </a:lnSpc>
                        <a:buNone/>
                      </a:pPr>
                      <a:r>
                        <a:rPr lang="en-US" sz="900" b="1" i="0">
                          <a:effectLst/>
                          <a:latin typeface="Aptos"/>
                        </a:rPr>
                        <a:t>Materials</a:t>
                      </a:r>
                      <a:r>
                        <a:rPr lang="en-US" sz="900" b="0" i="0" dirty="0">
                          <a:effectLst/>
                          <a:latin typeface="Aptos"/>
                        </a:rPr>
                        <a:t> </a:t>
                      </a:r>
                      <a:endParaRPr lang="en-US"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7F7F7F"/>
                    </a:solidFill>
                  </a:tcPr>
                </a:tc>
                <a:tc>
                  <a:txBody>
                    <a:bodyPr/>
                    <a:lstStyle/>
                    <a:p>
                      <a:pPr algn="l" rtl="0" fontAlgn="base">
                        <a:lnSpc>
                          <a:spcPts val="1050"/>
                        </a:lnSpc>
                        <a:buNone/>
                      </a:pPr>
                      <a:endParaRPr lang="en-US" sz="900"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val="2995492162"/>
                  </a:ext>
                </a:extLst>
              </a:tr>
              <a:tr h="180975">
                <a:tc>
                  <a:txBody>
                    <a:bodyPr/>
                    <a:lstStyle/>
                    <a:p>
                      <a:pPr algn="l" rtl="0" fontAlgn="base">
                        <a:lnSpc>
                          <a:spcPts val="1050"/>
                        </a:lnSpc>
                        <a:buNone/>
                      </a:pPr>
                      <a:r>
                        <a:rPr lang="en-US" sz="900" b="0" i="0">
                          <a:effectLst/>
                          <a:latin typeface="Aptos" panose="020B0004020202020204" pitchFamily="34" charset="0"/>
                        </a:rPr>
                        <a:t>Seed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050"/>
                        </a:lnSpc>
                        <a:buNone/>
                      </a:pPr>
                      <a:r>
                        <a:rPr lang="en-US" sz="900" b="0" i="0" dirty="0">
                          <a:effectLst/>
                          <a:latin typeface="Aptos"/>
                        </a:rPr>
                        <a:t>Different magnetic cards that represent different parts of websites/UI that can be scanned in and moved around to form the design </a:t>
                      </a:r>
                      <a:endParaRPr lang="en-US"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54130917"/>
                  </a:ext>
                </a:extLst>
              </a:tr>
              <a:tr h="180975">
                <a:tc>
                  <a:txBody>
                    <a:bodyPr/>
                    <a:lstStyle/>
                    <a:p>
                      <a:pPr algn="l" rtl="0" fontAlgn="base">
                        <a:lnSpc>
                          <a:spcPts val="1050"/>
                        </a:lnSpc>
                        <a:buNone/>
                      </a:pPr>
                      <a:r>
                        <a:rPr lang="en-US" sz="900" b="0" i="0">
                          <a:effectLst/>
                          <a:latin typeface="Aptos" panose="020B0004020202020204" pitchFamily="34" charset="0"/>
                        </a:rPr>
                        <a:t>Toolbox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050"/>
                        </a:lnSpc>
                        <a:buNone/>
                      </a:pPr>
                      <a:r>
                        <a:rPr lang="en-US" sz="900" b="0" i="0" dirty="0">
                          <a:effectLst/>
                          <a:latin typeface="Aptos"/>
                        </a:rPr>
                        <a:t>The physical building blocks are plasticized paper pieces on which the user can write. These pieces are magnetic and can be placed on a whiteboard. The virtual buildings blocks will be a Unity application or AI integration. Basically, a wireframe scanning application (recognizes where parts are). </a:t>
                      </a:r>
                      <a:endParaRPr lang="en-US"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30990076"/>
                  </a:ext>
                </a:extLst>
              </a:tr>
              <a:tr h="180975">
                <a:tc>
                  <a:txBody>
                    <a:bodyPr/>
                    <a:lstStyle/>
                    <a:p>
                      <a:pPr algn="l" rtl="0" fontAlgn="base">
                        <a:lnSpc>
                          <a:spcPts val="1050"/>
                        </a:lnSpc>
                        <a:buNone/>
                      </a:pPr>
                      <a:r>
                        <a:rPr lang="en-US" sz="900" b="1" i="0">
                          <a:effectLst/>
                          <a:latin typeface="Aptos"/>
                        </a:rPr>
                        <a:t>Tools</a:t>
                      </a:r>
                      <a:r>
                        <a:rPr lang="en-US" sz="900" b="0" i="0" dirty="0">
                          <a:effectLst/>
                          <a:latin typeface="Aptos"/>
                        </a:rPr>
                        <a:t> </a:t>
                      </a:r>
                      <a:endParaRPr lang="en-US"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7F7F7F"/>
                    </a:solidFill>
                  </a:tcPr>
                </a:tc>
                <a:tc>
                  <a:txBody>
                    <a:bodyPr/>
                    <a:lstStyle/>
                    <a:p>
                      <a:pPr algn="l" rtl="0" fontAlgn="base">
                        <a:lnSpc>
                          <a:spcPts val="1050"/>
                        </a:lnSpc>
                        <a:buNone/>
                      </a:pPr>
                      <a:endParaRPr lang="en-US" sz="900"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val="1368197075"/>
                  </a:ext>
                </a:extLst>
              </a:tr>
              <a:tr h="180975">
                <a:tc>
                  <a:txBody>
                    <a:bodyPr/>
                    <a:lstStyle/>
                    <a:p>
                      <a:pPr algn="l" rtl="0" fontAlgn="base">
                        <a:lnSpc>
                          <a:spcPts val="1050"/>
                        </a:lnSpc>
                        <a:buNone/>
                      </a:pPr>
                      <a:endParaRPr lang="en-US" sz="900" b="1"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050"/>
                        </a:lnSpc>
                        <a:buNone/>
                      </a:pPr>
                      <a:r>
                        <a:rPr lang="en-US" sz="900" b="0" i="0">
                          <a:effectLst/>
                          <a:latin typeface="Aptos" panose="020B0004020202020204" pitchFamily="34" charset="0"/>
                        </a:rPr>
                        <a:t>Phone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89929962"/>
                  </a:ext>
                </a:extLst>
              </a:tr>
              <a:tr h="180975">
                <a:tc>
                  <a:txBody>
                    <a:bodyPr/>
                    <a:lstStyle/>
                    <a:p>
                      <a:pPr algn="l" rtl="0" fontAlgn="base">
                        <a:lnSpc>
                          <a:spcPts val="1050"/>
                        </a:lnSpc>
                        <a:buNone/>
                      </a:pPr>
                      <a:r>
                        <a:rPr lang="en-US" sz="900" b="1" i="0">
                          <a:effectLst/>
                          <a:latin typeface="Aptos"/>
                        </a:rPr>
                        <a:t>Scaffolding/Facilitation</a:t>
                      </a:r>
                      <a:r>
                        <a:rPr lang="en-US" sz="900" b="0" i="0" dirty="0">
                          <a:effectLst/>
                          <a:latin typeface="Aptos"/>
                        </a:rPr>
                        <a:t> </a:t>
                      </a:r>
                      <a:endParaRPr lang="en-US"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7F7F7F"/>
                    </a:solidFill>
                  </a:tcPr>
                </a:tc>
                <a:tc>
                  <a:txBody>
                    <a:bodyPr/>
                    <a:lstStyle/>
                    <a:p>
                      <a:pPr algn="l" rtl="0" fontAlgn="base">
                        <a:lnSpc>
                          <a:spcPts val="1050"/>
                        </a:lnSpc>
                        <a:buNone/>
                      </a:pPr>
                      <a:endParaRPr lang="en-US" sz="900"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val="1994159356"/>
                  </a:ext>
                </a:extLst>
              </a:tr>
              <a:tr h="180975">
                <a:tc>
                  <a:txBody>
                    <a:bodyPr/>
                    <a:lstStyle/>
                    <a:p>
                      <a:pPr algn="l" rtl="0" fontAlgn="base">
                        <a:lnSpc>
                          <a:spcPts val="1050"/>
                        </a:lnSpc>
                        <a:buNone/>
                      </a:pPr>
                      <a:r>
                        <a:rPr lang="en-US" sz="900" b="0" i="0">
                          <a:effectLst/>
                          <a:latin typeface="Aptos" panose="020B0004020202020204" pitchFamily="34" charset="0"/>
                        </a:rPr>
                        <a:t>What do you need? Which onboarding?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050"/>
                        </a:lnSpc>
                        <a:buNone/>
                      </a:pPr>
                      <a:r>
                        <a:rPr lang="en-US" sz="900" b="0" i="0" dirty="0">
                          <a:effectLst/>
                          <a:latin typeface="Aptos"/>
                        </a:rPr>
                        <a:t>A simple introduction presentation that is given or can be viewed without further instructions and a simple guide for the application (that can also be implemented in the presentation) </a:t>
                      </a:r>
                      <a:endParaRPr lang="en-US"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28684044"/>
                  </a:ext>
                </a:extLst>
              </a:tr>
              <a:tr h="180975">
                <a:tc>
                  <a:txBody>
                    <a:bodyPr/>
                    <a:lstStyle/>
                    <a:p>
                      <a:pPr algn="l" rtl="0" fontAlgn="base">
                        <a:lnSpc>
                          <a:spcPts val="1050"/>
                        </a:lnSpc>
                        <a:buNone/>
                      </a:pPr>
                      <a:r>
                        <a:rPr lang="en-US" sz="900" b="0" i="0">
                          <a:effectLst/>
                          <a:latin typeface="Aptos" panose="020B0004020202020204" pitchFamily="34" charset="0"/>
                        </a:rPr>
                        <a:t>Support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050"/>
                        </a:lnSpc>
                        <a:buNone/>
                      </a:pPr>
                      <a:r>
                        <a:rPr lang="en-US" sz="900" b="0" i="0">
                          <a:effectLst/>
                          <a:latin typeface="Aptos" panose="020B0004020202020204" pitchFamily="34" charset="0"/>
                        </a:rPr>
                        <a:t>1 facilitator who instructs and walks around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48672752"/>
                  </a:ext>
                </a:extLst>
              </a:tr>
              <a:tr h="180975">
                <a:tc>
                  <a:txBody>
                    <a:bodyPr/>
                    <a:lstStyle/>
                    <a:p>
                      <a:pPr algn="l" rtl="0" fontAlgn="base">
                        <a:lnSpc>
                          <a:spcPts val="1050"/>
                        </a:lnSpc>
                        <a:buNone/>
                      </a:pPr>
                      <a:r>
                        <a:rPr lang="en-US" sz="900" b="1" i="0">
                          <a:effectLst/>
                          <a:latin typeface="Aptos"/>
                        </a:rPr>
                        <a:t>Planning / Process</a:t>
                      </a:r>
                      <a:r>
                        <a:rPr lang="en-US" sz="900" b="0" i="0" dirty="0">
                          <a:effectLst/>
                          <a:latin typeface="Aptos"/>
                        </a:rPr>
                        <a:t> </a:t>
                      </a:r>
                      <a:endParaRPr lang="en-US"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7F7F7F"/>
                    </a:solidFill>
                  </a:tcPr>
                </a:tc>
                <a:tc>
                  <a:txBody>
                    <a:bodyPr/>
                    <a:lstStyle/>
                    <a:p>
                      <a:pPr algn="l" rtl="0" fontAlgn="base">
                        <a:lnSpc>
                          <a:spcPts val="1050"/>
                        </a:lnSpc>
                        <a:buNone/>
                      </a:pPr>
                      <a:endParaRPr lang="en-US" sz="900"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7F7F7F"/>
                    </a:solidFill>
                  </a:tcPr>
                </a:tc>
                <a:extLst>
                  <a:ext uri="{0D108BD9-81ED-4DB2-BD59-A6C34878D82A}">
                    <a16:rowId xmlns:a16="http://schemas.microsoft.com/office/drawing/2014/main" val="2926145624"/>
                  </a:ext>
                </a:extLst>
              </a:tr>
              <a:tr h="180975">
                <a:tc>
                  <a:txBody>
                    <a:bodyPr/>
                    <a:lstStyle/>
                    <a:p>
                      <a:pPr algn="l" rtl="0" fontAlgn="base">
                        <a:lnSpc>
                          <a:spcPts val="1050"/>
                        </a:lnSpc>
                        <a:buNone/>
                      </a:pPr>
                      <a:r>
                        <a:rPr lang="en-US" sz="900" b="0" i="0">
                          <a:effectLst/>
                          <a:latin typeface="Aptos" panose="020B0004020202020204" pitchFamily="34" charset="0"/>
                        </a:rPr>
                        <a:t>Timing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1050"/>
                        </a:lnSpc>
                        <a:buNone/>
                      </a:pPr>
                      <a:r>
                        <a:rPr lang="en-US" sz="900" b="0" i="0">
                          <a:effectLst/>
                          <a:latin typeface="Aptos" panose="020B0004020202020204" pitchFamily="34" charset="0"/>
                        </a:rPr>
                        <a:t>5-minute introduction – 20-minute website creation – 15-minute show &amp; tell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21784518"/>
                  </a:ext>
                </a:extLst>
              </a:tr>
              <a:tr h="304800">
                <a:tc>
                  <a:txBody>
                    <a:bodyPr/>
                    <a:lstStyle/>
                    <a:p>
                      <a:pPr algn="l" rtl="0" fontAlgn="base">
                        <a:lnSpc>
                          <a:spcPts val="1050"/>
                        </a:lnSpc>
                        <a:buNone/>
                      </a:pPr>
                      <a:r>
                        <a:rPr lang="en-US" sz="900" b="0" i="0">
                          <a:effectLst/>
                          <a:latin typeface="Aptos" panose="020B0004020202020204" pitchFamily="34" charset="0"/>
                        </a:rPr>
                        <a:t>Location / setup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chemeClr val="bg1"/>
                    </a:solidFill>
                  </a:tcPr>
                </a:tc>
                <a:tc>
                  <a:txBody>
                    <a:bodyPr/>
                    <a:lstStyle/>
                    <a:p>
                      <a:pPr algn="l" rtl="0" fontAlgn="base">
                        <a:lnSpc>
                          <a:spcPts val="1050"/>
                        </a:lnSpc>
                        <a:buNone/>
                      </a:pPr>
                      <a:r>
                        <a:rPr lang="en-US" sz="900" b="0" i="0">
                          <a:effectLst/>
                          <a:latin typeface="Aptos" panose="020B0004020202020204" pitchFamily="34" charset="0"/>
                        </a:rPr>
                        <a:t>One table per group, one table with available cards, one big screen per group to show the website design to the whole group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62567931"/>
                  </a:ext>
                </a:extLst>
              </a:tr>
              <a:tr h="180975">
                <a:tc>
                  <a:txBody>
                    <a:bodyPr/>
                    <a:lstStyle/>
                    <a:p>
                      <a:pPr algn="l" rtl="0" fontAlgn="base">
                        <a:lnSpc>
                          <a:spcPts val="1050"/>
                        </a:lnSpc>
                        <a:buNone/>
                      </a:pPr>
                      <a:r>
                        <a:rPr lang="en-US" sz="900" b="1" i="0">
                          <a:effectLst/>
                          <a:latin typeface="Aptos"/>
                        </a:rPr>
                        <a:t>Instruction</a:t>
                      </a:r>
                      <a:r>
                        <a:rPr lang="en-US" sz="900" b="0" i="0" dirty="0">
                          <a:effectLst/>
                          <a:latin typeface="Aptos"/>
                        </a:rPr>
                        <a:t> </a:t>
                      </a:r>
                      <a:endParaRPr lang="en-US"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chemeClr val="tx1">
                        <a:lumMod val="50000"/>
                        <a:lumOff val="50000"/>
                      </a:schemeClr>
                    </a:solidFill>
                  </a:tcPr>
                </a:tc>
                <a:tc>
                  <a:txBody>
                    <a:bodyPr/>
                    <a:lstStyle/>
                    <a:p>
                      <a:pPr algn="l" rtl="0" fontAlgn="base">
                        <a:lnSpc>
                          <a:spcPts val="1050"/>
                        </a:lnSpc>
                        <a:buNone/>
                      </a:pPr>
                      <a:endParaRPr lang="en-US" sz="900"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397197367"/>
                  </a:ext>
                </a:extLst>
              </a:tr>
              <a:tr h="180975">
                <a:tc>
                  <a:txBody>
                    <a:bodyPr/>
                    <a:lstStyle/>
                    <a:p>
                      <a:pPr algn="l" rtl="0" fontAlgn="base">
                        <a:lnSpc>
                          <a:spcPts val="1050"/>
                        </a:lnSpc>
                        <a:buNone/>
                      </a:pPr>
                      <a:r>
                        <a:rPr lang="en-US" sz="900" b="0" i="0">
                          <a:effectLst/>
                          <a:latin typeface="Aptos" panose="020B0004020202020204" pitchFamily="34" charset="0"/>
                        </a:rPr>
                        <a:t>Introduction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chemeClr val="bg1"/>
                    </a:solidFill>
                  </a:tcPr>
                </a:tc>
                <a:tc>
                  <a:txBody>
                    <a:bodyPr/>
                    <a:lstStyle/>
                    <a:p>
                      <a:pPr algn="l" rtl="0" fontAlgn="base">
                        <a:lnSpc>
                          <a:spcPts val="1050"/>
                        </a:lnSpc>
                        <a:buNone/>
                      </a:pPr>
                      <a:r>
                        <a:rPr lang="en-US" sz="900" b="0" i="0" dirty="0">
                          <a:effectLst/>
                          <a:latin typeface="Aptos"/>
                        </a:rPr>
                        <a:t>Welcome to our website design session! The goal is to use all the tools around you to build a website design which fits your wishes. We will show how you can use the different tools and then it’s up to you to unleash your creativity and come up with the creasiest website designs. (NOW EXPLAIN THE DIFFERENT TOOLS) </a:t>
                      </a:r>
                      <a:endParaRPr lang="en-US"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6036672"/>
                  </a:ext>
                </a:extLst>
              </a:tr>
              <a:tr h="180975">
                <a:tc>
                  <a:txBody>
                    <a:bodyPr/>
                    <a:lstStyle/>
                    <a:p>
                      <a:pPr algn="l" rtl="0" fontAlgn="base">
                        <a:lnSpc>
                          <a:spcPts val="1050"/>
                        </a:lnSpc>
                        <a:buNone/>
                      </a:pPr>
                      <a:r>
                        <a:rPr lang="en-US" sz="900" b="0" i="0">
                          <a:effectLst/>
                          <a:latin typeface="Aptos" panose="020B0004020202020204" pitchFamily="34" charset="0"/>
                        </a:rPr>
                        <a:t>Monitoring </a:t>
                      </a:r>
                      <a:endParaRPr lang="en-US" b="0" i="0">
                        <a:effectLst/>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chemeClr val="bg1"/>
                    </a:solidFill>
                  </a:tcPr>
                </a:tc>
                <a:tc>
                  <a:txBody>
                    <a:bodyPr/>
                    <a:lstStyle/>
                    <a:p>
                      <a:pPr algn="l" rtl="0" fontAlgn="base">
                        <a:lnSpc>
                          <a:spcPts val="1050"/>
                        </a:lnSpc>
                        <a:buNone/>
                      </a:pPr>
                      <a:r>
                        <a:rPr lang="en-US" sz="900" b="0" i="0">
                          <a:effectLst/>
                          <a:latin typeface="Aptos" panose="020B0004020202020204" pitchFamily="34" charset="0"/>
                        </a:rPr>
                        <a:t>As supervisor: Look for people struggling with the technology </a:t>
                      </a:r>
                      <a:endParaRPr lang="en-US" b="0" i="0">
                        <a:effectLst/>
                      </a:endParaRPr>
                    </a:p>
                    <a:p>
                      <a:pPr algn="l" rtl="0" fontAlgn="base">
                        <a:lnSpc>
                          <a:spcPts val="1050"/>
                        </a:lnSpc>
                        <a:buNone/>
                      </a:pPr>
                      <a:r>
                        <a:rPr lang="en-US" sz="900" b="0" i="0" dirty="0">
                          <a:effectLst/>
                          <a:latin typeface="Aptos"/>
                        </a:rPr>
                        <a:t>In general: don't hide the </a:t>
                      </a:r>
                      <a:r>
                        <a:rPr lang="en-US" sz="900" b="0" i="0" dirty="0" err="1">
                          <a:effectLst/>
                          <a:latin typeface="Aptos"/>
                        </a:rPr>
                        <a:t>ArUco</a:t>
                      </a:r>
                      <a:r>
                        <a:rPr lang="en-US" sz="900" b="0" i="0" dirty="0">
                          <a:effectLst/>
                          <a:latin typeface="Aptos"/>
                        </a:rPr>
                        <a:t> codes </a:t>
                      </a:r>
                      <a:endParaRPr lang="en-US" b="0" i="0" dirty="0">
                        <a:effectLst/>
                        <a:latin typeface="Aptos"/>
                      </a:endParaRPr>
                    </a:p>
                  </a:txBody>
                  <a:tcPr marL="66675" marR="66675">
                    <a:lnL w="6344" cap="flat" cmpd="sng" algn="ctr">
                      <a:solidFill>
                        <a:srgbClr val="000000"/>
                      </a:solidFill>
                      <a:prstDash val="solid"/>
                      <a:round/>
                      <a:headEnd type="none" w="med" len="med"/>
                      <a:tailEnd type="none" w="med" len="med"/>
                    </a:lnL>
                    <a:lnR w="6344" cap="flat" cmpd="sng" algn="ctr">
                      <a:solidFill>
                        <a:srgbClr val="000000"/>
                      </a:solidFill>
                      <a:prstDash val="solid"/>
                      <a:round/>
                      <a:headEnd type="none" w="med" len="med"/>
                      <a:tailEnd type="none" w="med" len="med"/>
                    </a:lnR>
                    <a:lnT w="6344" cap="flat" cmpd="sng" algn="ctr">
                      <a:solidFill>
                        <a:srgbClr val="000000"/>
                      </a:solidFill>
                      <a:prstDash val="solid"/>
                      <a:round/>
                      <a:headEnd type="none" w="med" len="med"/>
                      <a:tailEnd type="none" w="med" len="med"/>
                    </a:lnT>
                    <a:lnB w="6344"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48295753"/>
                  </a:ext>
                </a:extLst>
              </a:tr>
            </a:tbl>
          </a:graphicData>
        </a:graphic>
      </p:graphicFrame>
    </p:spTree>
    <p:extLst>
      <p:ext uri="{BB962C8B-B14F-4D97-AF65-F5344CB8AC3E}">
        <p14:creationId xmlns:p14="http://schemas.microsoft.com/office/powerpoint/2010/main" val="2131515017"/>
      </p:ext>
    </p:extLst>
  </p:cSld>
  <p:clrMapOvr>
    <a:masterClrMapping/>
  </p:clrMapOvr>
</p:sld>
</file>

<file path=ppt/theme/theme1.xml><?xml version="1.0" encoding="utf-8"?>
<a:theme xmlns:a="http://schemas.openxmlformats.org/drawingml/2006/main" name="SketchLinesVTI">
  <a:themeElements>
    <a:clrScheme name="SketchLines">
      <a:dk1>
        <a:sysClr val="windowText" lastClr="000000"/>
      </a:dk1>
      <a:lt1>
        <a:sysClr val="window" lastClr="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75</Words>
  <Application>Microsoft Office PowerPoint</Application>
  <PresentationFormat>Widescreen</PresentationFormat>
  <Paragraphs>30</Paragraphs>
  <Slides>8</Slides>
  <Notes>3</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SketchLinesVTI</vt:lpstr>
      <vt:lpstr>U&amp;I UI wireframe cards</vt:lpstr>
      <vt:lpstr>The concept</vt:lpstr>
      <vt:lpstr>Goals &amp; Hurdles</vt:lpstr>
      <vt:lpstr>The materials</vt:lpstr>
      <vt:lpstr>Scaffolding &amp; Facilitation</vt:lpstr>
      <vt:lpstr>Process &amp; Instruction</vt:lpstr>
      <vt:lpstr>Thank you!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Dijkman, M. (UT-Pre-U)</cp:lastModifiedBy>
  <cp:revision>75</cp:revision>
  <dcterms:created xsi:type="dcterms:W3CDTF">2026-03-13T10:14:00Z</dcterms:created>
  <dcterms:modified xsi:type="dcterms:W3CDTF">2026-03-16T21:25:46Z</dcterms:modified>
</cp:coreProperties>
</file>